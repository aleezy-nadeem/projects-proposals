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79" r:id="rId1"/>
    <p:sldMasterId id="2147483680" r:id="rId2"/>
  </p:sldMasterIdLst>
  <p:notesMasterIdLst>
    <p:notesMasterId r:id="rId35"/>
  </p:notesMasterIdLst>
  <p:sldIdLst>
    <p:sldId id="256" r:id="rId3"/>
    <p:sldId id="257" r:id="rId4"/>
    <p:sldId id="258" r:id="rId5"/>
    <p:sldId id="259" r:id="rId6"/>
    <p:sldId id="260" r:id="rId7"/>
    <p:sldId id="261" r:id="rId8"/>
    <p:sldId id="262" r:id="rId9"/>
    <p:sldId id="263" r:id="rId10"/>
    <p:sldId id="264" r:id="rId11"/>
    <p:sldId id="265" r:id="rId12"/>
    <p:sldId id="266" r:id="rId13"/>
    <p:sldId id="267" r:id="rId14"/>
    <p:sldId id="268" r:id="rId15"/>
    <p:sldId id="269" r:id="rId16"/>
    <p:sldId id="270" r:id="rId17"/>
    <p:sldId id="272" r:id="rId18"/>
    <p:sldId id="273" r:id="rId19"/>
    <p:sldId id="274" r:id="rId20"/>
    <p:sldId id="275" r:id="rId21"/>
    <p:sldId id="276" r:id="rId22"/>
    <p:sldId id="277" r:id="rId23"/>
    <p:sldId id="278" r:id="rId24"/>
    <p:sldId id="279" r:id="rId25"/>
    <p:sldId id="281" r:id="rId26"/>
    <p:sldId id="280" r:id="rId27"/>
    <p:sldId id="282" r:id="rId28"/>
    <p:sldId id="283" r:id="rId29"/>
    <p:sldId id="284" r:id="rId30"/>
    <p:sldId id="285" r:id="rId31"/>
    <p:sldId id="286" r:id="rId32"/>
    <p:sldId id="288" r:id="rId33"/>
    <p:sldId id="287" r:id="rId34"/>
  </p:sldIdLst>
  <p:sldSz cx="12192000" cy="6858000"/>
  <p:notesSz cx="6858000" cy="9144000"/>
  <p:embeddedFontLst>
    <p:embeddedFont>
      <p:font typeface="Century Gothic" panose="020B0502020202020204" pitchFamily="34" charset="0"/>
      <p:regular r:id="rId36"/>
      <p:bold r:id="rId37"/>
      <p:italic r:id="rId38"/>
      <p:boldItalic r:id="rId39"/>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96204BB6-B0EA-416B-8818-60C502C0C65E}">
  <a:tblStyle styleId="{96204BB6-B0EA-416B-8818-60C502C0C65E}" styleName="Table_0">
    <a:wholeTbl>
      <a:tcTxStyle b="off" i="off">
        <a:font>
          <a:latin typeface="Century Gothic"/>
          <a:ea typeface="Century Gothic"/>
          <a:cs typeface="Century Gothic"/>
        </a:font>
        <a:schemeClr val="dk1"/>
      </a:tcTxStyle>
      <a:tcStyle>
        <a:tcBdr>
          <a:left>
            <a:ln w="12700" cap="flat" cmpd="sng">
              <a:solidFill>
                <a:schemeClr val="lt1"/>
              </a:solidFill>
              <a:prstDash val="solid"/>
              <a:round/>
              <a:headEnd type="none" w="sm" len="sm"/>
              <a:tailEnd type="none" w="sm" len="sm"/>
            </a:ln>
          </a:left>
          <a:right>
            <a:ln w="12700" cap="flat" cmpd="sng">
              <a:solidFill>
                <a:schemeClr val="lt1"/>
              </a:solidFill>
              <a:prstDash val="solid"/>
              <a:round/>
              <a:headEnd type="none" w="sm" len="sm"/>
              <a:tailEnd type="none" w="sm" len="sm"/>
            </a:ln>
          </a:right>
          <a:top>
            <a:ln w="12700" cap="flat" cmpd="sng">
              <a:solidFill>
                <a:schemeClr val="lt1"/>
              </a:solidFill>
              <a:prstDash val="solid"/>
              <a:round/>
              <a:headEnd type="none" w="sm" len="sm"/>
              <a:tailEnd type="none" w="sm" len="sm"/>
            </a:ln>
          </a:top>
          <a:bottom>
            <a:ln w="12700" cap="flat" cmpd="sng">
              <a:solidFill>
                <a:schemeClr val="lt1"/>
              </a:solidFill>
              <a:prstDash val="solid"/>
              <a:round/>
              <a:headEnd type="none" w="sm" len="sm"/>
              <a:tailEnd type="none" w="sm" len="sm"/>
            </a:ln>
          </a:bottom>
          <a:insideH>
            <a:ln w="12700" cap="flat" cmpd="sng">
              <a:solidFill>
                <a:schemeClr val="lt1"/>
              </a:solidFill>
              <a:prstDash val="solid"/>
              <a:round/>
              <a:headEnd type="none" w="sm" len="sm"/>
              <a:tailEnd type="none" w="sm" len="sm"/>
            </a:ln>
          </a:insideH>
          <a:insideV>
            <a:ln w="12700" cap="flat" cmpd="sng">
              <a:solidFill>
                <a:schemeClr val="lt1"/>
              </a:solidFill>
              <a:prstDash val="solid"/>
              <a:round/>
              <a:headEnd type="none" w="sm" len="sm"/>
              <a:tailEnd type="none" w="sm" len="sm"/>
            </a:ln>
          </a:insideV>
        </a:tcBdr>
        <a:fill>
          <a:solidFill>
            <a:srgbClr val="E7E7E7"/>
          </a:solidFill>
        </a:fill>
      </a:tcStyle>
    </a:wholeTbl>
    <a:band1H>
      <a:tcTxStyle b="off" i="off"/>
      <a:tcStyle>
        <a:tcBdr/>
        <a:fill>
          <a:solidFill>
            <a:srgbClr val="CCCCCC"/>
          </a:solidFill>
        </a:fill>
      </a:tcStyle>
    </a:band1H>
    <a:band2H>
      <a:tcTxStyle b="off" i="off"/>
      <a:tcStyle>
        <a:tcBdr/>
      </a:tcStyle>
    </a:band2H>
    <a:band1V>
      <a:tcTxStyle b="off" i="off"/>
      <a:tcStyle>
        <a:tcBdr/>
        <a:fill>
          <a:solidFill>
            <a:srgbClr val="CCCCCC"/>
          </a:solidFill>
        </a:fill>
      </a:tcStyle>
    </a:band1V>
    <a:band2V>
      <a:tcTxStyle b="off" i="off"/>
      <a:tcStyle>
        <a:tcBdr/>
      </a:tcStyle>
    </a:band2V>
    <a:lastCol>
      <a:tcTxStyle b="on" i="off">
        <a:font>
          <a:latin typeface="Century Gothic"/>
          <a:ea typeface="Century Gothic"/>
          <a:cs typeface="Century Gothic"/>
        </a:font>
        <a:schemeClr val="lt1"/>
      </a:tcTxStyle>
      <a:tcStyle>
        <a:tcBdr/>
        <a:fill>
          <a:solidFill>
            <a:schemeClr val="accent1"/>
          </a:solidFill>
        </a:fill>
      </a:tcStyle>
    </a:lastCol>
    <a:firstCol>
      <a:tcTxStyle b="on" i="off">
        <a:font>
          <a:latin typeface="Century Gothic"/>
          <a:ea typeface="Century Gothic"/>
          <a:cs typeface="Century Gothic"/>
        </a:font>
        <a:schemeClr val="lt1"/>
      </a:tcTxStyle>
      <a:tcStyle>
        <a:tcBdr/>
        <a:fill>
          <a:solidFill>
            <a:schemeClr val="accent1"/>
          </a:solidFill>
        </a:fill>
      </a:tcStyle>
    </a:firstCol>
    <a:lastRow>
      <a:tcTxStyle b="on" i="off">
        <a:font>
          <a:latin typeface="Century Gothic"/>
          <a:ea typeface="Century Gothic"/>
          <a:cs typeface="Century Gothic"/>
        </a:font>
        <a:schemeClr val="lt1"/>
      </a:tcTxStyle>
      <a:tcStyle>
        <a:tcBdr>
          <a:top>
            <a:ln w="38100" cap="flat" cmpd="sng">
              <a:solidFill>
                <a:schemeClr val="lt1"/>
              </a:solidFill>
              <a:prstDash val="solid"/>
              <a:round/>
              <a:headEnd type="none" w="sm" len="sm"/>
              <a:tailEnd type="none" w="sm" len="sm"/>
            </a:ln>
          </a:top>
        </a:tcBdr>
        <a:fill>
          <a:solidFill>
            <a:schemeClr val="accent1"/>
          </a:solidFill>
        </a:fill>
      </a:tcStyle>
    </a:lastRow>
    <a:seCell>
      <a:tcTxStyle b="off" i="off"/>
      <a:tcStyle>
        <a:tcBdr/>
      </a:tcStyle>
    </a:seCell>
    <a:swCell>
      <a:tcTxStyle b="off" i="off"/>
      <a:tcStyle>
        <a:tcBdr/>
      </a:tcStyle>
    </a:swCell>
    <a:firstRow>
      <a:tcTxStyle b="on" i="off">
        <a:font>
          <a:latin typeface="Century Gothic"/>
          <a:ea typeface="Century Gothic"/>
          <a:cs typeface="Century Gothic"/>
        </a:font>
        <a:schemeClr val="lt1"/>
      </a:tcTxStyle>
      <a:tcStyle>
        <a:tcBdr>
          <a:bottom>
            <a:ln w="38100" cap="flat" cmpd="sng">
              <a:solidFill>
                <a:schemeClr val="lt1"/>
              </a:solidFill>
              <a:prstDash val="solid"/>
              <a:round/>
              <a:headEnd type="none" w="sm" len="sm"/>
              <a:tailEnd type="none" w="sm" len="sm"/>
            </a:ln>
          </a:bottom>
        </a:tcBdr>
        <a:fill>
          <a:solidFill>
            <a:schemeClr val="accent1"/>
          </a:solidFill>
        </a:fill>
      </a:tcStyle>
    </a:firstRow>
    <a:neCell>
      <a:tcTxStyle b="off" i="off"/>
      <a:tcStyle>
        <a:tcBdr/>
      </a:tcStyle>
    </a:neCell>
    <a:nwCell>
      <a:tcTxStyle b="off" i="off"/>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9310"/>
    <p:restoredTop sz="94757"/>
  </p:normalViewPr>
  <p:slideViewPr>
    <p:cSldViewPr snapToGrid="0">
      <p:cViewPr varScale="1">
        <p:scale>
          <a:sx n="104" d="100"/>
          <a:sy n="104" d="100"/>
        </p:scale>
        <p:origin x="560" y="20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font" Target="fonts/font4.fntdata"/><Relationship Id="rId21" Type="http://schemas.openxmlformats.org/officeDocument/2006/relationships/slide" Target="slides/slide19.xml"/><Relationship Id="rId34" Type="http://schemas.openxmlformats.org/officeDocument/2006/relationships/slide" Target="slides/slide32.xml"/><Relationship Id="rId42" Type="http://schemas.openxmlformats.org/officeDocument/2006/relationships/theme" Target="theme/theme1.xml"/><Relationship Id="rId7" Type="http://schemas.openxmlformats.org/officeDocument/2006/relationships/slide" Target="slides/slide5.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slide" Target="slides/slide27.xml"/><Relationship Id="rId41"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font" Target="fonts/font2.fntdata"/><Relationship Id="rId40" Type="http://schemas.openxmlformats.org/officeDocument/2006/relationships/presProps" Target="presProp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font" Target="fonts/font1.fntdata"/><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notesMaster" Target="notesMasters/notesMaster1.xml"/><Relationship Id="rId43" Type="http://schemas.openxmlformats.org/officeDocument/2006/relationships/tableStyles" Target="tableStyles.xml"/><Relationship Id="rId8" Type="http://schemas.openxmlformats.org/officeDocument/2006/relationships/slide" Target="slides/slide6.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font" Target="fonts/font3.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L="914400" marR="0" lvl="1"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2pPr>
            <a:lvl3pPr marL="1371600" marR="0" lvl="2"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3pPr>
            <a:lvl4pPr marL="1828800" marR="0" lvl="3"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4pPr>
            <a:lvl5pPr marL="2286000" marR="0" lvl="4"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5pPr>
            <a:lvl6pPr marL="2743200" marR="0" lvl="5"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2"/>
        <p:cNvGrpSpPr/>
        <p:nvPr/>
      </p:nvGrpSpPr>
      <p:grpSpPr>
        <a:xfrm>
          <a:off x="0" y="0"/>
          <a:ext cx="0" cy="0"/>
          <a:chOff x="0" y="0"/>
          <a:chExt cx="0" cy="0"/>
        </a:xfrm>
      </p:grpSpPr>
      <p:sp>
        <p:nvSpPr>
          <p:cNvPr id="313" name="Google Shape;313;g3b00efa8bc8_0_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14" name="Google Shape;314;g3b00efa8bc8_0_1: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15" name="Google Shape;315;g3b00efa8bc8_0_1: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3"/>
        <p:cNvGrpSpPr/>
        <p:nvPr/>
      </p:nvGrpSpPr>
      <p:grpSpPr>
        <a:xfrm>
          <a:off x="0" y="0"/>
          <a:ext cx="0" cy="0"/>
          <a:chOff x="0" y="0"/>
          <a:chExt cx="0" cy="0"/>
        </a:xfrm>
      </p:grpSpPr>
      <p:sp>
        <p:nvSpPr>
          <p:cNvPr id="324" name="Google Shape;324;p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25" name="Google Shape;325;p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2"/>
        <p:cNvGrpSpPr/>
        <p:nvPr/>
      </p:nvGrpSpPr>
      <p:grpSpPr>
        <a:xfrm>
          <a:off x="0" y="0"/>
          <a:ext cx="0" cy="0"/>
          <a:chOff x="0" y="0"/>
          <a:chExt cx="0" cy="0"/>
        </a:xfrm>
      </p:grpSpPr>
      <p:sp>
        <p:nvSpPr>
          <p:cNvPr id="333" name="Google Shape;333;g3b00efa8bc8_0_328: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34" name="Google Shape;334;g3b00efa8bc8_0_32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0"/>
        <p:cNvGrpSpPr/>
        <p:nvPr/>
      </p:nvGrpSpPr>
      <p:grpSpPr>
        <a:xfrm>
          <a:off x="0" y="0"/>
          <a:ext cx="0" cy="0"/>
          <a:chOff x="0" y="0"/>
          <a:chExt cx="0" cy="0"/>
        </a:xfrm>
      </p:grpSpPr>
      <p:sp>
        <p:nvSpPr>
          <p:cNvPr id="341" name="Google Shape;341;p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42" name="Google Shape;342;p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9"/>
        <p:cNvGrpSpPr/>
        <p:nvPr/>
      </p:nvGrpSpPr>
      <p:grpSpPr>
        <a:xfrm>
          <a:off x="0" y="0"/>
          <a:ext cx="0" cy="0"/>
          <a:chOff x="0" y="0"/>
          <a:chExt cx="0" cy="0"/>
        </a:xfrm>
      </p:grpSpPr>
      <p:sp>
        <p:nvSpPr>
          <p:cNvPr id="350" name="Google Shape;350;p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51" name="Google Shape;351;p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7"/>
        <p:cNvGrpSpPr/>
        <p:nvPr/>
      </p:nvGrpSpPr>
      <p:grpSpPr>
        <a:xfrm>
          <a:off x="0" y="0"/>
          <a:ext cx="0" cy="0"/>
          <a:chOff x="0" y="0"/>
          <a:chExt cx="0" cy="0"/>
        </a:xfrm>
      </p:grpSpPr>
      <p:sp>
        <p:nvSpPr>
          <p:cNvPr id="358" name="Google Shape;358;p6: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59" name="Google Shape;359;p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5"/>
        <p:cNvGrpSpPr/>
        <p:nvPr/>
      </p:nvGrpSpPr>
      <p:grpSpPr>
        <a:xfrm>
          <a:off x="0" y="0"/>
          <a:ext cx="0" cy="0"/>
          <a:chOff x="0" y="0"/>
          <a:chExt cx="0" cy="0"/>
        </a:xfrm>
      </p:grpSpPr>
      <p:sp>
        <p:nvSpPr>
          <p:cNvPr id="366" name="Google Shape;366;p7: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67" name="Google Shape;367;p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3"/>
        <p:cNvGrpSpPr/>
        <p:nvPr/>
      </p:nvGrpSpPr>
      <p:grpSpPr>
        <a:xfrm>
          <a:off x="0" y="0"/>
          <a:ext cx="0" cy="0"/>
          <a:chOff x="0" y="0"/>
          <a:chExt cx="0" cy="0"/>
        </a:xfrm>
      </p:grpSpPr>
      <p:sp>
        <p:nvSpPr>
          <p:cNvPr id="374" name="Google Shape;374;p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75" name="Google Shape;375;p8: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76" name="Google Shape;376;p8: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8</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1"/>
        <p:cNvGrpSpPr/>
        <p:nvPr/>
      </p:nvGrpSpPr>
      <p:grpSpPr>
        <a:xfrm>
          <a:off x="0" y="0"/>
          <a:ext cx="0" cy="0"/>
          <a:chOff x="0" y="0"/>
          <a:chExt cx="0" cy="0"/>
        </a:xfrm>
      </p:grpSpPr>
      <p:sp>
        <p:nvSpPr>
          <p:cNvPr id="382" name="Google Shape;382;p9: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83" name="Google Shape;383;p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8"/>
        <p:cNvGrpSpPr/>
        <p:nvPr/>
      </p:nvGrpSpPr>
      <p:grpSpPr>
        <a:xfrm>
          <a:off x="0" y="0"/>
          <a:ext cx="0" cy="0"/>
          <a:chOff x="0" y="0"/>
          <a:chExt cx="0" cy="0"/>
        </a:xfrm>
      </p:grpSpPr>
      <p:sp>
        <p:nvSpPr>
          <p:cNvPr id="389" name="Google Shape;389;p10: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90" name="Google Shape;390;p1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6"/>
        <p:cNvGrpSpPr/>
        <p:nvPr/>
      </p:nvGrpSpPr>
      <p:grpSpPr>
        <a:xfrm>
          <a:off x="0" y="0"/>
          <a:ext cx="0" cy="0"/>
          <a:chOff x="0" y="0"/>
          <a:chExt cx="0" cy="0"/>
        </a:xfrm>
      </p:grpSpPr>
      <p:sp>
        <p:nvSpPr>
          <p:cNvPr id="397" name="Google Shape;397;p1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98" name="Google Shape;398;p1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4"/>
        <p:cNvGrpSpPr/>
        <p:nvPr/>
      </p:nvGrpSpPr>
      <p:grpSpPr>
        <a:xfrm>
          <a:off x="0" y="0"/>
          <a:ext cx="0" cy="0"/>
          <a:chOff x="0" y="0"/>
          <a:chExt cx="0" cy="0"/>
        </a:xfrm>
      </p:grpSpPr>
      <p:sp>
        <p:nvSpPr>
          <p:cNvPr id="405" name="Google Shape;405;p1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406" name="Google Shape;406;p1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2"/>
        <p:cNvGrpSpPr/>
        <p:nvPr/>
      </p:nvGrpSpPr>
      <p:grpSpPr>
        <a:xfrm>
          <a:off x="0" y="0"/>
          <a:ext cx="0" cy="0"/>
          <a:chOff x="0" y="0"/>
          <a:chExt cx="0" cy="0"/>
        </a:xfrm>
      </p:grpSpPr>
      <p:sp>
        <p:nvSpPr>
          <p:cNvPr id="413" name="Google Shape;413;p1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414" name="Google Shape;414;p1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0"/>
        <p:cNvGrpSpPr/>
        <p:nvPr/>
      </p:nvGrpSpPr>
      <p:grpSpPr>
        <a:xfrm>
          <a:off x="0" y="0"/>
          <a:ext cx="0" cy="0"/>
          <a:chOff x="0" y="0"/>
          <a:chExt cx="0" cy="0"/>
        </a:xfrm>
      </p:grpSpPr>
      <p:sp>
        <p:nvSpPr>
          <p:cNvPr id="421" name="Google Shape;421;p1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422" name="Google Shape;422;p1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8"/>
        <p:cNvGrpSpPr/>
        <p:nvPr/>
      </p:nvGrpSpPr>
      <p:grpSpPr>
        <a:xfrm>
          <a:off x="0" y="0"/>
          <a:ext cx="0" cy="0"/>
          <a:chOff x="0" y="0"/>
          <a:chExt cx="0" cy="0"/>
        </a:xfrm>
      </p:grpSpPr>
      <p:sp>
        <p:nvSpPr>
          <p:cNvPr id="429" name="Google Shape;429;p1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430" name="Google Shape;430;p1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4"/>
        <p:cNvGrpSpPr/>
        <p:nvPr/>
      </p:nvGrpSpPr>
      <p:grpSpPr>
        <a:xfrm>
          <a:off x="0" y="0"/>
          <a:ext cx="0" cy="0"/>
          <a:chOff x="0" y="0"/>
          <a:chExt cx="0" cy="0"/>
        </a:xfrm>
      </p:grpSpPr>
      <p:sp>
        <p:nvSpPr>
          <p:cNvPr id="445" name="Google Shape;445;p17: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446" name="Google Shape;446;p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2"/>
        <p:cNvGrpSpPr/>
        <p:nvPr/>
      </p:nvGrpSpPr>
      <p:grpSpPr>
        <a:xfrm>
          <a:off x="0" y="0"/>
          <a:ext cx="0" cy="0"/>
          <a:chOff x="0" y="0"/>
          <a:chExt cx="0" cy="0"/>
        </a:xfrm>
      </p:grpSpPr>
      <p:sp>
        <p:nvSpPr>
          <p:cNvPr id="453" name="Google Shape;453;p18: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454" name="Google Shape;454;p1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0"/>
        <p:cNvGrpSpPr/>
        <p:nvPr/>
      </p:nvGrpSpPr>
      <p:grpSpPr>
        <a:xfrm>
          <a:off x="0" y="0"/>
          <a:ext cx="0" cy="0"/>
          <a:chOff x="0" y="0"/>
          <a:chExt cx="0" cy="0"/>
        </a:xfrm>
      </p:grpSpPr>
      <p:sp>
        <p:nvSpPr>
          <p:cNvPr id="461" name="Google Shape;461;p19: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462" name="Google Shape;462;p1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70"/>
        <p:cNvGrpSpPr/>
        <p:nvPr/>
      </p:nvGrpSpPr>
      <p:grpSpPr>
        <a:xfrm>
          <a:off x="0" y="0"/>
          <a:ext cx="0" cy="0"/>
          <a:chOff x="0" y="0"/>
          <a:chExt cx="0" cy="0"/>
        </a:xfrm>
      </p:grpSpPr>
      <p:sp>
        <p:nvSpPr>
          <p:cNvPr id="471" name="Google Shape;471;p20: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472" name="Google Shape;472;p2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80"/>
        <p:cNvGrpSpPr/>
        <p:nvPr/>
      </p:nvGrpSpPr>
      <p:grpSpPr>
        <a:xfrm>
          <a:off x="0" y="0"/>
          <a:ext cx="0" cy="0"/>
          <a:chOff x="0" y="0"/>
          <a:chExt cx="0" cy="0"/>
        </a:xfrm>
      </p:grpSpPr>
      <p:sp>
        <p:nvSpPr>
          <p:cNvPr id="481" name="Google Shape;481;p2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482" name="Google Shape;482;p2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89"/>
        <p:cNvGrpSpPr/>
        <p:nvPr/>
      </p:nvGrpSpPr>
      <p:grpSpPr>
        <a:xfrm>
          <a:off x="0" y="0"/>
          <a:ext cx="0" cy="0"/>
          <a:chOff x="0" y="0"/>
          <a:chExt cx="0" cy="0"/>
        </a:xfrm>
      </p:grpSpPr>
      <p:sp>
        <p:nvSpPr>
          <p:cNvPr id="490" name="Google Shape;490;p2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491" name="Google Shape;491;p2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97"/>
        <p:cNvGrpSpPr/>
        <p:nvPr/>
      </p:nvGrpSpPr>
      <p:grpSpPr>
        <a:xfrm>
          <a:off x="0" y="0"/>
          <a:ext cx="0" cy="0"/>
          <a:chOff x="0" y="0"/>
          <a:chExt cx="0" cy="0"/>
        </a:xfrm>
      </p:grpSpPr>
      <p:sp>
        <p:nvSpPr>
          <p:cNvPr id="498" name="Google Shape;498;g3b00efa8bc8_0_653: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99" name="Google Shape;499;g3b00efa8bc8_0_65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6"/>
        <p:cNvGrpSpPr/>
        <p:nvPr/>
      </p:nvGrpSpPr>
      <p:grpSpPr>
        <a:xfrm>
          <a:off x="0" y="0"/>
          <a:ext cx="0" cy="0"/>
          <a:chOff x="0" y="0"/>
          <a:chExt cx="0" cy="0"/>
        </a:xfrm>
      </p:grpSpPr>
      <p:sp>
        <p:nvSpPr>
          <p:cNvPr id="507" name="Google Shape;507;g3b00efa8bc8_0_816: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08" name="Google Shape;508;g3b00efa8bc8_0_81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6"/>
        <p:cNvGrpSpPr/>
        <p:nvPr/>
      </p:nvGrpSpPr>
      <p:grpSpPr>
        <a:xfrm>
          <a:off x="0" y="0"/>
          <a:ext cx="0" cy="0"/>
          <a:chOff x="0" y="0"/>
          <a:chExt cx="0" cy="0"/>
        </a:xfrm>
      </p:grpSpPr>
      <p:sp>
        <p:nvSpPr>
          <p:cNvPr id="527" name="Google Shape;527;g3b00efa8bc8_0_1144: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28" name="Google Shape;528;g3b00efa8bc8_0_114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6"/>
        <p:cNvGrpSpPr/>
        <p:nvPr/>
      </p:nvGrpSpPr>
      <p:grpSpPr>
        <a:xfrm>
          <a:off x="0" y="0"/>
          <a:ext cx="0" cy="0"/>
          <a:chOff x="0" y="0"/>
          <a:chExt cx="0" cy="0"/>
        </a:xfrm>
      </p:grpSpPr>
      <p:sp>
        <p:nvSpPr>
          <p:cNvPr id="517" name="Google Shape;517;g3b00efa8bc8_0_980: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18" name="Google Shape;518;g3b00efa8bc8_0_98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36"/>
        <p:cNvGrpSpPr/>
        <p:nvPr/>
      </p:nvGrpSpPr>
      <p:grpSpPr>
        <a:xfrm>
          <a:off x="0" y="0"/>
          <a:ext cx="0" cy="0"/>
          <a:chOff x="0" y="0"/>
          <a:chExt cx="0" cy="0"/>
        </a:xfrm>
      </p:grpSpPr>
      <p:sp>
        <p:nvSpPr>
          <p:cNvPr id="537" name="Google Shape;537;g3b00efa8bc8_0_1308: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38" name="Google Shape;538;g3b00efa8bc8_0_130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6"/>
        <p:cNvGrpSpPr/>
        <p:nvPr/>
      </p:nvGrpSpPr>
      <p:grpSpPr>
        <a:xfrm>
          <a:off x="0" y="0"/>
          <a:ext cx="0" cy="0"/>
          <a:chOff x="0" y="0"/>
          <a:chExt cx="0" cy="0"/>
        </a:xfrm>
      </p:grpSpPr>
      <p:sp>
        <p:nvSpPr>
          <p:cNvPr id="547" name="Google Shape;547;g3b00efa8bc8_0_1472: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48" name="Google Shape;548;g3b00efa8bc8_0_147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56"/>
        <p:cNvGrpSpPr/>
        <p:nvPr/>
      </p:nvGrpSpPr>
      <p:grpSpPr>
        <a:xfrm>
          <a:off x="0" y="0"/>
          <a:ext cx="0" cy="0"/>
          <a:chOff x="0" y="0"/>
          <a:chExt cx="0" cy="0"/>
        </a:xfrm>
      </p:grpSpPr>
      <p:sp>
        <p:nvSpPr>
          <p:cNvPr id="557" name="Google Shape;557;g3b00efa8bc8_0_1636: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58" name="Google Shape;558;g3b00efa8bc8_0_163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6"/>
        <p:cNvGrpSpPr/>
        <p:nvPr/>
      </p:nvGrpSpPr>
      <p:grpSpPr>
        <a:xfrm>
          <a:off x="0" y="0"/>
          <a:ext cx="0" cy="0"/>
          <a:chOff x="0" y="0"/>
          <a:chExt cx="0" cy="0"/>
        </a:xfrm>
      </p:grpSpPr>
      <p:sp>
        <p:nvSpPr>
          <p:cNvPr id="567" name="Google Shape;567;p30: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568" name="Google Shape;568;p3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4"/>
        <p:cNvGrpSpPr/>
        <p:nvPr/>
      </p:nvGrpSpPr>
      <p:grpSpPr>
        <a:xfrm>
          <a:off x="0" y="0"/>
          <a:ext cx="0" cy="0"/>
          <a:chOff x="0" y="0"/>
          <a:chExt cx="0" cy="0"/>
        </a:xfrm>
      </p:grpSpPr>
      <p:sp>
        <p:nvSpPr>
          <p:cNvPr id="575" name="Google Shape;575;p3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576" name="Google Shape;576;p3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4">
          <a:extLst>
            <a:ext uri="{FF2B5EF4-FFF2-40B4-BE49-F238E27FC236}">
              <a16:creationId xmlns:a16="http://schemas.microsoft.com/office/drawing/2014/main" id="{0DBAD2A4-0CEC-6FFA-D322-341934935C99}"/>
            </a:ext>
          </a:extLst>
        </p:cNvPr>
        <p:cNvGrpSpPr/>
        <p:nvPr/>
      </p:nvGrpSpPr>
      <p:grpSpPr>
        <a:xfrm>
          <a:off x="0" y="0"/>
          <a:ext cx="0" cy="0"/>
          <a:chOff x="0" y="0"/>
          <a:chExt cx="0" cy="0"/>
        </a:xfrm>
      </p:grpSpPr>
      <p:sp>
        <p:nvSpPr>
          <p:cNvPr id="575" name="Google Shape;575;p31:notes">
            <a:extLst>
              <a:ext uri="{FF2B5EF4-FFF2-40B4-BE49-F238E27FC236}">
                <a16:creationId xmlns:a16="http://schemas.microsoft.com/office/drawing/2014/main" id="{2B472FE3-29E8-90D8-FAC0-BF5D42129B79}"/>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576" name="Google Shape;576;p31:notes">
            <a:extLst>
              <a:ext uri="{FF2B5EF4-FFF2-40B4-BE49-F238E27FC236}">
                <a16:creationId xmlns:a16="http://schemas.microsoft.com/office/drawing/2014/main" id="{A1E41BB4-3EF6-7CEF-A59D-1564BD951DBB}"/>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553404857"/>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82"/>
        <p:cNvGrpSpPr/>
        <p:nvPr/>
      </p:nvGrpSpPr>
      <p:grpSpPr>
        <a:xfrm>
          <a:off x="0" y="0"/>
          <a:ext cx="0" cy="0"/>
          <a:chOff x="0" y="0"/>
          <a:chExt cx="0" cy="0"/>
        </a:xfrm>
      </p:grpSpPr>
      <p:sp>
        <p:nvSpPr>
          <p:cNvPr id="583" name="Google Shape;583;p3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584" name="Google Shape;584;p3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42"/>
        <p:cNvGrpSpPr/>
        <p:nvPr/>
      </p:nvGrpSpPr>
      <p:grpSpPr>
        <a:xfrm>
          <a:off x="0" y="0"/>
          <a:ext cx="0" cy="0"/>
          <a:chOff x="0" y="0"/>
          <a:chExt cx="0" cy="0"/>
        </a:xfrm>
      </p:grpSpPr>
      <p:sp>
        <p:nvSpPr>
          <p:cNvPr id="43" name="Google Shape;43;p2"/>
          <p:cNvSpPr txBox="1">
            <a:spLocks noGrp="1"/>
          </p:cNvSpPr>
          <p:nvPr>
            <p:ph type="title"/>
          </p:nvPr>
        </p:nvSpPr>
        <p:spPr>
          <a:xfrm>
            <a:off x="2592925" y="624110"/>
            <a:ext cx="8911687" cy="1280890"/>
          </a:xfrm>
          <a:prstGeom prst="rect">
            <a:avLst/>
          </a:prstGeom>
          <a:noFill/>
          <a:ln>
            <a:noFill/>
          </a:ln>
        </p:spPr>
        <p:txBody>
          <a:bodyPr spcFirstLastPara="1" wrap="square" lIns="91425" tIns="45700" rIns="91425" bIns="45700" anchor="t" anchorCtr="0">
            <a:normAutofit/>
          </a:bodyPr>
          <a:lstStyle>
            <a:lvl1pPr lvl="0" algn="l">
              <a:lnSpc>
                <a:spcPct val="100000"/>
              </a:lnSpc>
              <a:spcBef>
                <a:spcPts val="0"/>
              </a:spcBef>
              <a:spcAft>
                <a:spcPts val="0"/>
              </a:spcAft>
              <a:buClr>
                <a:srgbClr val="168DBA"/>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4" name="Google Shape;44;p2"/>
          <p:cNvSpPr txBox="1">
            <a:spLocks noGrp="1"/>
          </p:cNvSpPr>
          <p:nvPr>
            <p:ph type="body" idx="1"/>
          </p:nvPr>
        </p:nvSpPr>
        <p:spPr>
          <a:xfrm>
            <a:off x="2589212" y="2133600"/>
            <a:ext cx="8915400" cy="3777622"/>
          </a:xfrm>
          <a:prstGeom prst="rect">
            <a:avLst/>
          </a:prstGeom>
          <a:noFill/>
          <a:ln>
            <a:noFill/>
          </a:ln>
        </p:spPr>
        <p:txBody>
          <a:bodyPr spcFirstLastPara="1" wrap="square" lIns="91425" tIns="45700" rIns="91425" bIns="45700" anchor="t" anchorCtr="0">
            <a:normAutofit/>
          </a:bodyPr>
          <a:lstStyle>
            <a:lvl1pPr marL="457200" lvl="0" indent="-342900" algn="l">
              <a:lnSpc>
                <a:spcPct val="100000"/>
              </a:lnSpc>
              <a:spcBef>
                <a:spcPts val="1000"/>
              </a:spcBef>
              <a:spcAft>
                <a:spcPts val="0"/>
              </a:spcAft>
              <a:buSzPts val="1800"/>
              <a:buChar char="?"/>
              <a:defRPr/>
            </a:lvl1pPr>
            <a:lvl2pPr marL="914400" lvl="1" indent="-342900" algn="l">
              <a:lnSpc>
                <a:spcPct val="100000"/>
              </a:lnSpc>
              <a:spcBef>
                <a:spcPts val="1000"/>
              </a:spcBef>
              <a:spcAft>
                <a:spcPts val="0"/>
              </a:spcAft>
              <a:buSzPts val="1800"/>
              <a:buChar char="?"/>
              <a:defRPr/>
            </a:lvl2pPr>
            <a:lvl3pPr marL="1371600" lvl="2" indent="-342900" algn="l">
              <a:lnSpc>
                <a:spcPct val="100000"/>
              </a:lnSpc>
              <a:spcBef>
                <a:spcPts val="1000"/>
              </a:spcBef>
              <a:spcAft>
                <a:spcPts val="0"/>
              </a:spcAft>
              <a:buSzPts val="1800"/>
              <a:buChar char="?"/>
              <a:defRPr/>
            </a:lvl3pPr>
            <a:lvl4pPr marL="1828800" lvl="3" indent="-342900" algn="l">
              <a:lnSpc>
                <a:spcPct val="100000"/>
              </a:lnSpc>
              <a:spcBef>
                <a:spcPts val="1000"/>
              </a:spcBef>
              <a:spcAft>
                <a:spcPts val="0"/>
              </a:spcAft>
              <a:buSzPts val="1800"/>
              <a:buChar char="?"/>
              <a:defRPr/>
            </a:lvl4pPr>
            <a:lvl5pPr marL="2286000" lvl="4" indent="-342900" algn="l">
              <a:lnSpc>
                <a:spcPct val="100000"/>
              </a:lnSpc>
              <a:spcBef>
                <a:spcPts val="1000"/>
              </a:spcBef>
              <a:spcAft>
                <a:spcPts val="0"/>
              </a:spcAft>
              <a:buSzPts val="1800"/>
              <a:buChar char="?"/>
              <a:defRPr/>
            </a:lvl5pPr>
            <a:lvl6pPr marL="2743200" lvl="5" indent="-342900" algn="l">
              <a:lnSpc>
                <a:spcPct val="100000"/>
              </a:lnSpc>
              <a:spcBef>
                <a:spcPts val="1000"/>
              </a:spcBef>
              <a:spcAft>
                <a:spcPts val="0"/>
              </a:spcAft>
              <a:buSzPts val="1800"/>
              <a:buChar char="?"/>
              <a:defRPr/>
            </a:lvl6pPr>
            <a:lvl7pPr marL="3200400" lvl="6" indent="-342900" algn="l">
              <a:lnSpc>
                <a:spcPct val="100000"/>
              </a:lnSpc>
              <a:spcBef>
                <a:spcPts val="1000"/>
              </a:spcBef>
              <a:spcAft>
                <a:spcPts val="0"/>
              </a:spcAft>
              <a:buSzPts val="1800"/>
              <a:buChar char="?"/>
              <a:defRPr/>
            </a:lvl7pPr>
            <a:lvl8pPr marL="3657600" lvl="7" indent="-342900" algn="l">
              <a:lnSpc>
                <a:spcPct val="100000"/>
              </a:lnSpc>
              <a:spcBef>
                <a:spcPts val="1000"/>
              </a:spcBef>
              <a:spcAft>
                <a:spcPts val="0"/>
              </a:spcAft>
              <a:buSzPts val="1800"/>
              <a:buChar char="?"/>
              <a:defRPr/>
            </a:lvl8pPr>
            <a:lvl9pPr marL="4114800" lvl="8" indent="-342900" algn="l">
              <a:lnSpc>
                <a:spcPct val="100000"/>
              </a:lnSpc>
              <a:spcBef>
                <a:spcPts val="1000"/>
              </a:spcBef>
              <a:spcAft>
                <a:spcPts val="0"/>
              </a:spcAft>
              <a:buSzPts val="1800"/>
              <a:buChar char="?"/>
              <a:defRPr/>
            </a:lvl9pPr>
          </a:lstStyle>
          <a:p>
            <a:endParaRPr/>
          </a:p>
        </p:txBody>
      </p:sp>
      <p:sp>
        <p:nvSpPr>
          <p:cNvPr id="45" name="Google Shape;45;p2"/>
          <p:cNvSpPr txBox="1">
            <a:spLocks noGrp="1"/>
          </p:cNvSpPr>
          <p:nvPr>
            <p:ph type="dt" idx="10"/>
          </p:nvPr>
        </p:nvSpPr>
        <p:spPr>
          <a:xfrm>
            <a:off x="10361612" y="6130437"/>
            <a:ext cx="1146283" cy="370396"/>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6" name="Google Shape;46;p2"/>
          <p:cNvSpPr txBox="1">
            <a:spLocks noGrp="1"/>
          </p:cNvSpPr>
          <p:nvPr>
            <p:ph type="ftr" idx="11"/>
          </p:nvPr>
        </p:nvSpPr>
        <p:spPr>
          <a:xfrm>
            <a:off x="2589212" y="6135808"/>
            <a:ext cx="7619999"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7" name="Google Shape;47;p2"/>
          <p:cNvSpPr/>
          <p:nvPr/>
        </p:nvSpPr>
        <p:spPr>
          <a:xfrm rot="10800000" flipH="1">
            <a:off x="-4189" y="714375"/>
            <a:ext cx="1588527" cy="507297"/>
          </a:xfrm>
          <a:custGeom>
            <a:avLst/>
            <a:gdLst/>
            <a:ahLst/>
            <a:cxnLst/>
            <a:rect l="l" t="t" r="r" b="b"/>
            <a:pathLst>
              <a:path w="9248" h="10000" extrusionOk="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8" name="Google Shape;48;p2"/>
          <p:cNvSpPr txBox="1">
            <a:spLocks noGrp="1"/>
          </p:cNvSpPr>
          <p:nvPr>
            <p:ph type="sldNum" idx="12"/>
          </p:nvPr>
        </p:nvSpPr>
        <p:spPr>
          <a:xfrm>
            <a:off x="531812" y="787782"/>
            <a:ext cx="779767"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2000"/>
              <a:buFont typeface="Arial"/>
              <a:buNone/>
              <a:defRPr sz="2000" b="0" i="0" u="none" strike="noStrike" cap="none">
                <a:solidFill>
                  <a:srgbClr val="FEFFFF"/>
                </a:solidFill>
                <a:latin typeface="Century Gothic"/>
                <a:ea typeface="Century Gothic"/>
                <a:cs typeface="Century Gothic"/>
                <a:sym typeface="Century Gothic"/>
              </a:defRPr>
            </a:lvl1pPr>
            <a:lvl2pPr marL="0" marR="0" lvl="1" indent="0" algn="r">
              <a:lnSpc>
                <a:spcPct val="100000"/>
              </a:lnSpc>
              <a:spcBef>
                <a:spcPts val="0"/>
              </a:spcBef>
              <a:spcAft>
                <a:spcPts val="0"/>
              </a:spcAft>
              <a:buClr>
                <a:srgbClr val="000000"/>
              </a:buClr>
              <a:buSzPts val="2000"/>
              <a:buFont typeface="Arial"/>
              <a:buNone/>
              <a:defRPr sz="2000" b="0" i="0" u="none" strike="noStrike" cap="none">
                <a:solidFill>
                  <a:srgbClr val="FEFFFF"/>
                </a:solidFill>
                <a:latin typeface="Century Gothic"/>
                <a:ea typeface="Century Gothic"/>
                <a:cs typeface="Century Gothic"/>
                <a:sym typeface="Century Gothic"/>
              </a:defRPr>
            </a:lvl2pPr>
            <a:lvl3pPr marL="0" marR="0" lvl="2" indent="0" algn="r">
              <a:lnSpc>
                <a:spcPct val="100000"/>
              </a:lnSpc>
              <a:spcBef>
                <a:spcPts val="0"/>
              </a:spcBef>
              <a:spcAft>
                <a:spcPts val="0"/>
              </a:spcAft>
              <a:buClr>
                <a:srgbClr val="000000"/>
              </a:buClr>
              <a:buSzPts val="2000"/>
              <a:buFont typeface="Arial"/>
              <a:buNone/>
              <a:defRPr sz="2000" b="0" i="0" u="none" strike="noStrike" cap="none">
                <a:solidFill>
                  <a:srgbClr val="FEFFFF"/>
                </a:solidFill>
                <a:latin typeface="Century Gothic"/>
                <a:ea typeface="Century Gothic"/>
                <a:cs typeface="Century Gothic"/>
                <a:sym typeface="Century Gothic"/>
              </a:defRPr>
            </a:lvl3pPr>
            <a:lvl4pPr marL="0" marR="0" lvl="3" indent="0" algn="r">
              <a:lnSpc>
                <a:spcPct val="100000"/>
              </a:lnSpc>
              <a:spcBef>
                <a:spcPts val="0"/>
              </a:spcBef>
              <a:spcAft>
                <a:spcPts val="0"/>
              </a:spcAft>
              <a:buClr>
                <a:srgbClr val="000000"/>
              </a:buClr>
              <a:buSzPts val="2000"/>
              <a:buFont typeface="Arial"/>
              <a:buNone/>
              <a:defRPr sz="2000" b="0" i="0" u="none" strike="noStrike" cap="none">
                <a:solidFill>
                  <a:srgbClr val="FEFFFF"/>
                </a:solidFill>
                <a:latin typeface="Century Gothic"/>
                <a:ea typeface="Century Gothic"/>
                <a:cs typeface="Century Gothic"/>
                <a:sym typeface="Century Gothic"/>
              </a:defRPr>
            </a:lvl4pPr>
            <a:lvl5pPr marL="0" marR="0" lvl="4" indent="0" algn="r">
              <a:lnSpc>
                <a:spcPct val="100000"/>
              </a:lnSpc>
              <a:spcBef>
                <a:spcPts val="0"/>
              </a:spcBef>
              <a:spcAft>
                <a:spcPts val="0"/>
              </a:spcAft>
              <a:buClr>
                <a:srgbClr val="000000"/>
              </a:buClr>
              <a:buSzPts val="2000"/>
              <a:buFont typeface="Arial"/>
              <a:buNone/>
              <a:defRPr sz="2000" b="0" i="0" u="none" strike="noStrike" cap="none">
                <a:solidFill>
                  <a:srgbClr val="FEFFFF"/>
                </a:solidFill>
                <a:latin typeface="Century Gothic"/>
                <a:ea typeface="Century Gothic"/>
                <a:cs typeface="Century Gothic"/>
                <a:sym typeface="Century Gothic"/>
              </a:defRPr>
            </a:lvl5pPr>
            <a:lvl6pPr marL="0" marR="0" lvl="5" indent="0" algn="r">
              <a:lnSpc>
                <a:spcPct val="100000"/>
              </a:lnSpc>
              <a:spcBef>
                <a:spcPts val="0"/>
              </a:spcBef>
              <a:spcAft>
                <a:spcPts val="0"/>
              </a:spcAft>
              <a:buClr>
                <a:srgbClr val="000000"/>
              </a:buClr>
              <a:buSzPts val="2000"/>
              <a:buFont typeface="Arial"/>
              <a:buNone/>
              <a:defRPr sz="2000" b="0" i="0" u="none" strike="noStrike" cap="none">
                <a:solidFill>
                  <a:srgbClr val="FEFFFF"/>
                </a:solidFill>
                <a:latin typeface="Century Gothic"/>
                <a:ea typeface="Century Gothic"/>
                <a:cs typeface="Century Gothic"/>
                <a:sym typeface="Century Gothic"/>
              </a:defRPr>
            </a:lvl6pPr>
            <a:lvl7pPr marL="0" marR="0" lvl="6" indent="0" algn="r">
              <a:lnSpc>
                <a:spcPct val="100000"/>
              </a:lnSpc>
              <a:spcBef>
                <a:spcPts val="0"/>
              </a:spcBef>
              <a:spcAft>
                <a:spcPts val="0"/>
              </a:spcAft>
              <a:buClr>
                <a:srgbClr val="000000"/>
              </a:buClr>
              <a:buSzPts val="2000"/>
              <a:buFont typeface="Arial"/>
              <a:buNone/>
              <a:defRPr sz="2000" b="0" i="0" u="none" strike="noStrike" cap="none">
                <a:solidFill>
                  <a:srgbClr val="FEFFFF"/>
                </a:solidFill>
                <a:latin typeface="Century Gothic"/>
                <a:ea typeface="Century Gothic"/>
                <a:cs typeface="Century Gothic"/>
                <a:sym typeface="Century Gothic"/>
              </a:defRPr>
            </a:lvl7pPr>
            <a:lvl8pPr marL="0" marR="0" lvl="7" indent="0" algn="r">
              <a:lnSpc>
                <a:spcPct val="100000"/>
              </a:lnSpc>
              <a:spcBef>
                <a:spcPts val="0"/>
              </a:spcBef>
              <a:spcAft>
                <a:spcPts val="0"/>
              </a:spcAft>
              <a:buClr>
                <a:srgbClr val="000000"/>
              </a:buClr>
              <a:buSzPts val="2000"/>
              <a:buFont typeface="Arial"/>
              <a:buNone/>
              <a:defRPr sz="2000" b="0" i="0" u="none" strike="noStrike" cap="none">
                <a:solidFill>
                  <a:srgbClr val="FEFFFF"/>
                </a:solidFill>
                <a:latin typeface="Century Gothic"/>
                <a:ea typeface="Century Gothic"/>
                <a:cs typeface="Century Gothic"/>
                <a:sym typeface="Century Gothic"/>
              </a:defRPr>
            </a:lvl8pPr>
            <a:lvl9pPr marL="0" marR="0" lvl="8" indent="0" algn="r">
              <a:lnSpc>
                <a:spcPct val="100000"/>
              </a:lnSpc>
              <a:spcBef>
                <a:spcPts val="0"/>
              </a:spcBef>
              <a:spcAft>
                <a:spcPts val="0"/>
              </a:spcAft>
              <a:buClr>
                <a:srgbClr val="000000"/>
              </a:buClr>
              <a:buSzPts val="2000"/>
              <a:buFont typeface="Arial"/>
              <a:buNone/>
              <a:defRPr sz="2000" b="0" i="0" u="none" strike="noStrike" cap="none">
                <a:solidFill>
                  <a:srgbClr val="FEFFFF"/>
                </a:solidFill>
                <a:latin typeface="Century Gothic"/>
                <a:ea typeface="Century Gothic"/>
                <a:cs typeface="Century Gothic"/>
                <a:sym typeface="Century Gothic"/>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49"/>
        <p:cNvGrpSpPr/>
        <p:nvPr/>
      </p:nvGrpSpPr>
      <p:grpSpPr>
        <a:xfrm>
          <a:off x="0" y="0"/>
          <a:ext cx="0" cy="0"/>
          <a:chOff x="0" y="0"/>
          <a:chExt cx="0" cy="0"/>
        </a:xfrm>
      </p:grpSpPr>
      <p:sp>
        <p:nvSpPr>
          <p:cNvPr id="50" name="Google Shape;50;p3"/>
          <p:cNvSpPr txBox="1">
            <a:spLocks noGrp="1"/>
          </p:cNvSpPr>
          <p:nvPr>
            <p:ph type="title"/>
          </p:nvPr>
        </p:nvSpPr>
        <p:spPr>
          <a:xfrm>
            <a:off x="2592924" y="624110"/>
            <a:ext cx="8911687" cy="1280890"/>
          </a:xfrm>
          <a:prstGeom prst="rect">
            <a:avLst/>
          </a:prstGeom>
          <a:noFill/>
          <a:ln>
            <a:noFill/>
          </a:ln>
        </p:spPr>
        <p:txBody>
          <a:bodyPr spcFirstLastPara="1" wrap="square" lIns="91425" tIns="45700" rIns="91425" bIns="45700" anchor="t" anchorCtr="0">
            <a:normAutofit/>
          </a:bodyPr>
          <a:lstStyle>
            <a:lvl1pPr lvl="0" algn="l">
              <a:lnSpc>
                <a:spcPct val="100000"/>
              </a:lnSpc>
              <a:spcBef>
                <a:spcPts val="0"/>
              </a:spcBef>
              <a:spcAft>
                <a:spcPts val="0"/>
              </a:spcAft>
              <a:buClr>
                <a:srgbClr val="168DBA"/>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1" name="Google Shape;51;p3"/>
          <p:cNvSpPr txBox="1">
            <a:spLocks noGrp="1"/>
          </p:cNvSpPr>
          <p:nvPr>
            <p:ph type="body" idx="1"/>
          </p:nvPr>
        </p:nvSpPr>
        <p:spPr>
          <a:xfrm>
            <a:off x="2589212" y="2133600"/>
            <a:ext cx="4313864" cy="3777622"/>
          </a:xfrm>
          <a:prstGeom prst="rect">
            <a:avLst/>
          </a:prstGeom>
          <a:noFill/>
          <a:ln>
            <a:noFill/>
          </a:ln>
        </p:spPr>
        <p:txBody>
          <a:bodyPr spcFirstLastPara="1" wrap="square" lIns="91425" tIns="45700" rIns="91425" bIns="45700" anchor="t" anchorCtr="0">
            <a:normAutofit/>
          </a:bodyPr>
          <a:lstStyle>
            <a:lvl1pPr marL="457200" lvl="0" indent="-342900" algn="l">
              <a:lnSpc>
                <a:spcPct val="100000"/>
              </a:lnSpc>
              <a:spcBef>
                <a:spcPts val="1000"/>
              </a:spcBef>
              <a:spcAft>
                <a:spcPts val="0"/>
              </a:spcAft>
              <a:buSzPts val="1800"/>
              <a:buChar char="?"/>
              <a:defRPr/>
            </a:lvl1pPr>
            <a:lvl2pPr marL="914400" lvl="1" indent="-342900" algn="l">
              <a:lnSpc>
                <a:spcPct val="100000"/>
              </a:lnSpc>
              <a:spcBef>
                <a:spcPts val="1000"/>
              </a:spcBef>
              <a:spcAft>
                <a:spcPts val="0"/>
              </a:spcAft>
              <a:buSzPts val="1800"/>
              <a:buChar char="?"/>
              <a:defRPr/>
            </a:lvl2pPr>
            <a:lvl3pPr marL="1371600" lvl="2" indent="-342900" algn="l">
              <a:lnSpc>
                <a:spcPct val="100000"/>
              </a:lnSpc>
              <a:spcBef>
                <a:spcPts val="1000"/>
              </a:spcBef>
              <a:spcAft>
                <a:spcPts val="0"/>
              </a:spcAft>
              <a:buSzPts val="1800"/>
              <a:buChar char="?"/>
              <a:defRPr/>
            </a:lvl3pPr>
            <a:lvl4pPr marL="1828800" lvl="3" indent="-342900" algn="l">
              <a:lnSpc>
                <a:spcPct val="100000"/>
              </a:lnSpc>
              <a:spcBef>
                <a:spcPts val="1000"/>
              </a:spcBef>
              <a:spcAft>
                <a:spcPts val="0"/>
              </a:spcAft>
              <a:buSzPts val="1800"/>
              <a:buChar char="?"/>
              <a:defRPr/>
            </a:lvl4pPr>
            <a:lvl5pPr marL="2286000" lvl="4" indent="-342900" algn="l">
              <a:lnSpc>
                <a:spcPct val="100000"/>
              </a:lnSpc>
              <a:spcBef>
                <a:spcPts val="1000"/>
              </a:spcBef>
              <a:spcAft>
                <a:spcPts val="0"/>
              </a:spcAft>
              <a:buSzPts val="1800"/>
              <a:buChar char="?"/>
              <a:defRPr/>
            </a:lvl5pPr>
            <a:lvl6pPr marL="2743200" lvl="5" indent="-342900" algn="l">
              <a:lnSpc>
                <a:spcPct val="100000"/>
              </a:lnSpc>
              <a:spcBef>
                <a:spcPts val="1000"/>
              </a:spcBef>
              <a:spcAft>
                <a:spcPts val="0"/>
              </a:spcAft>
              <a:buSzPts val="1800"/>
              <a:buChar char="?"/>
              <a:defRPr/>
            </a:lvl6pPr>
            <a:lvl7pPr marL="3200400" lvl="6" indent="-342900" algn="l">
              <a:lnSpc>
                <a:spcPct val="100000"/>
              </a:lnSpc>
              <a:spcBef>
                <a:spcPts val="1000"/>
              </a:spcBef>
              <a:spcAft>
                <a:spcPts val="0"/>
              </a:spcAft>
              <a:buSzPts val="1800"/>
              <a:buChar char="?"/>
              <a:defRPr/>
            </a:lvl7pPr>
            <a:lvl8pPr marL="3657600" lvl="7" indent="-342900" algn="l">
              <a:lnSpc>
                <a:spcPct val="100000"/>
              </a:lnSpc>
              <a:spcBef>
                <a:spcPts val="1000"/>
              </a:spcBef>
              <a:spcAft>
                <a:spcPts val="0"/>
              </a:spcAft>
              <a:buSzPts val="1800"/>
              <a:buChar char="?"/>
              <a:defRPr/>
            </a:lvl8pPr>
            <a:lvl9pPr marL="4114800" lvl="8" indent="-342900" algn="l">
              <a:lnSpc>
                <a:spcPct val="100000"/>
              </a:lnSpc>
              <a:spcBef>
                <a:spcPts val="1000"/>
              </a:spcBef>
              <a:spcAft>
                <a:spcPts val="0"/>
              </a:spcAft>
              <a:buSzPts val="1800"/>
              <a:buChar char="?"/>
              <a:defRPr/>
            </a:lvl9pPr>
          </a:lstStyle>
          <a:p>
            <a:endParaRPr/>
          </a:p>
        </p:txBody>
      </p:sp>
      <p:sp>
        <p:nvSpPr>
          <p:cNvPr id="52" name="Google Shape;52;p3"/>
          <p:cNvSpPr txBox="1">
            <a:spLocks noGrp="1"/>
          </p:cNvSpPr>
          <p:nvPr>
            <p:ph type="body" idx="2"/>
          </p:nvPr>
        </p:nvSpPr>
        <p:spPr>
          <a:xfrm>
            <a:off x="7190747" y="2126222"/>
            <a:ext cx="4313864" cy="3777622"/>
          </a:xfrm>
          <a:prstGeom prst="rect">
            <a:avLst/>
          </a:prstGeom>
          <a:noFill/>
          <a:ln>
            <a:noFill/>
          </a:ln>
        </p:spPr>
        <p:txBody>
          <a:bodyPr spcFirstLastPara="1" wrap="square" lIns="91425" tIns="45700" rIns="91425" bIns="45700" anchor="t" anchorCtr="0">
            <a:normAutofit/>
          </a:bodyPr>
          <a:lstStyle>
            <a:lvl1pPr marL="457200" lvl="0" indent="-342900" algn="l">
              <a:lnSpc>
                <a:spcPct val="100000"/>
              </a:lnSpc>
              <a:spcBef>
                <a:spcPts val="1000"/>
              </a:spcBef>
              <a:spcAft>
                <a:spcPts val="0"/>
              </a:spcAft>
              <a:buSzPts val="1800"/>
              <a:buChar char="?"/>
              <a:defRPr/>
            </a:lvl1pPr>
            <a:lvl2pPr marL="914400" lvl="1" indent="-342900" algn="l">
              <a:lnSpc>
                <a:spcPct val="100000"/>
              </a:lnSpc>
              <a:spcBef>
                <a:spcPts val="1000"/>
              </a:spcBef>
              <a:spcAft>
                <a:spcPts val="0"/>
              </a:spcAft>
              <a:buSzPts val="1800"/>
              <a:buChar char="?"/>
              <a:defRPr/>
            </a:lvl2pPr>
            <a:lvl3pPr marL="1371600" lvl="2" indent="-342900" algn="l">
              <a:lnSpc>
                <a:spcPct val="100000"/>
              </a:lnSpc>
              <a:spcBef>
                <a:spcPts val="1000"/>
              </a:spcBef>
              <a:spcAft>
                <a:spcPts val="0"/>
              </a:spcAft>
              <a:buSzPts val="1800"/>
              <a:buChar char="?"/>
              <a:defRPr/>
            </a:lvl3pPr>
            <a:lvl4pPr marL="1828800" lvl="3" indent="-342900" algn="l">
              <a:lnSpc>
                <a:spcPct val="100000"/>
              </a:lnSpc>
              <a:spcBef>
                <a:spcPts val="1000"/>
              </a:spcBef>
              <a:spcAft>
                <a:spcPts val="0"/>
              </a:spcAft>
              <a:buSzPts val="1800"/>
              <a:buChar char="?"/>
              <a:defRPr/>
            </a:lvl4pPr>
            <a:lvl5pPr marL="2286000" lvl="4" indent="-342900" algn="l">
              <a:lnSpc>
                <a:spcPct val="100000"/>
              </a:lnSpc>
              <a:spcBef>
                <a:spcPts val="1000"/>
              </a:spcBef>
              <a:spcAft>
                <a:spcPts val="0"/>
              </a:spcAft>
              <a:buSzPts val="1800"/>
              <a:buChar char="?"/>
              <a:defRPr/>
            </a:lvl5pPr>
            <a:lvl6pPr marL="2743200" lvl="5" indent="-342900" algn="l">
              <a:lnSpc>
                <a:spcPct val="100000"/>
              </a:lnSpc>
              <a:spcBef>
                <a:spcPts val="1000"/>
              </a:spcBef>
              <a:spcAft>
                <a:spcPts val="0"/>
              </a:spcAft>
              <a:buSzPts val="1800"/>
              <a:buChar char="?"/>
              <a:defRPr/>
            </a:lvl6pPr>
            <a:lvl7pPr marL="3200400" lvl="6" indent="-342900" algn="l">
              <a:lnSpc>
                <a:spcPct val="100000"/>
              </a:lnSpc>
              <a:spcBef>
                <a:spcPts val="1000"/>
              </a:spcBef>
              <a:spcAft>
                <a:spcPts val="0"/>
              </a:spcAft>
              <a:buSzPts val="1800"/>
              <a:buChar char="?"/>
              <a:defRPr/>
            </a:lvl7pPr>
            <a:lvl8pPr marL="3657600" lvl="7" indent="-342900" algn="l">
              <a:lnSpc>
                <a:spcPct val="100000"/>
              </a:lnSpc>
              <a:spcBef>
                <a:spcPts val="1000"/>
              </a:spcBef>
              <a:spcAft>
                <a:spcPts val="0"/>
              </a:spcAft>
              <a:buSzPts val="1800"/>
              <a:buChar char="?"/>
              <a:defRPr/>
            </a:lvl8pPr>
            <a:lvl9pPr marL="4114800" lvl="8" indent="-342900" algn="l">
              <a:lnSpc>
                <a:spcPct val="100000"/>
              </a:lnSpc>
              <a:spcBef>
                <a:spcPts val="1000"/>
              </a:spcBef>
              <a:spcAft>
                <a:spcPts val="0"/>
              </a:spcAft>
              <a:buSzPts val="1800"/>
              <a:buChar char="?"/>
              <a:defRPr/>
            </a:lvl9pPr>
          </a:lstStyle>
          <a:p>
            <a:endParaRPr/>
          </a:p>
        </p:txBody>
      </p:sp>
      <p:sp>
        <p:nvSpPr>
          <p:cNvPr id="53" name="Google Shape;53;p3"/>
          <p:cNvSpPr txBox="1">
            <a:spLocks noGrp="1"/>
          </p:cNvSpPr>
          <p:nvPr>
            <p:ph type="dt" idx="10"/>
          </p:nvPr>
        </p:nvSpPr>
        <p:spPr>
          <a:xfrm>
            <a:off x="10361612" y="6130437"/>
            <a:ext cx="1146283" cy="370396"/>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4" name="Google Shape;54;p3"/>
          <p:cNvSpPr txBox="1">
            <a:spLocks noGrp="1"/>
          </p:cNvSpPr>
          <p:nvPr>
            <p:ph type="ftr" idx="11"/>
          </p:nvPr>
        </p:nvSpPr>
        <p:spPr>
          <a:xfrm>
            <a:off x="2589212" y="6135808"/>
            <a:ext cx="7619999"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5" name="Google Shape;55;p3"/>
          <p:cNvSpPr/>
          <p:nvPr/>
        </p:nvSpPr>
        <p:spPr>
          <a:xfrm rot="10800000" flipH="1">
            <a:off x="-4189" y="714375"/>
            <a:ext cx="1588527" cy="507297"/>
          </a:xfrm>
          <a:custGeom>
            <a:avLst/>
            <a:gdLst/>
            <a:ahLst/>
            <a:cxnLst/>
            <a:rect l="l" t="t" r="r" b="b"/>
            <a:pathLst>
              <a:path w="9248" h="10000" extrusionOk="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6" name="Google Shape;56;p3"/>
          <p:cNvSpPr txBox="1">
            <a:spLocks noGrp="1"/>
          </p:cNvSpPr>
          <p:nvPr>
            <p:ph type="sldNum" idx="12"/>
          </p:nvPr>
        </p:nvSpPr>
        <p:spPr>
          <a:xfrm>
            <a:off x="531812" y="787782"/>
            <a:ext cx="779767"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2000"/>
              <a:buFont typeface="Arial"/>
              <a:buNone/>
              <a:defRPr sz="2000" b="0" i="0" u="none" strike="noStrike" cap="none">
                <a:solidFill>
                  <a:srgbClr val="FEFFFF"/>
                </a:solidFill>
                <a:latin typeface="Century Gothic"/>
                <a:ea typeface="Century Gothic"/>
                <a:cs typeface="Century Gothic"/>
                <a:sym typeface="Century Gothic"/>
              </a:defRPr>
            </a:lvl1pPr>
            <a:lvl2pPr marL="0" marR="0" lvl="1" indent="0" algn="r">
              <a:lnSpc>
                <a:spcPct val="100000"/>
              </a:lnSpc>
              <a:spcBef>
                <a:spcPts val="0"/>
              </a:spcBef>
              <a:spcAft>
                <a:spcPts val="0"/>
              </a:spcAft>
              <a:buClr>
                <a:srgbClr val="000000"/>
              </a:buClr>
              <a:buSzPts val="2000"/>
              <a:buFont typeface="Arial"/>
              <a:buNone/>
              <a:defRPr sz="2000" b="0" i="0" u="none" strike="noStrike" cap="none">
                <a:solidFill>
                  <a:srgbClr val="FEFFFF"/>
                </a:solidFill>
                <a:latin typeface="Century Gothic"/>
                <a:ea typeface="Century Gothic"/>
                <a:cs typeface="Century Gothic"/>
                <a:sym typeface="Century Gothic"/>
              </a:defRPr>
            </a:lvl2pPr>
            <a:lvl3pPr marL="0" marR="0" lvl="2" indent="0" algn="r">
              <a:lnSpc>
                <a:spcPct val="100000"/>
              </a:lnSpc>
              <a:spcBef>
                <a:spcPts val="0"/>
              </a:spcBef>
              <a:spcAft>
                <a:spcPts val="0"/>
              </a:spcAft>
              <a:buClr>
                <a:srgbClr val="000000"/>
              </a:buClr>
              <a:buSzPts val="2000"/>
              <a:buFont typeface="Arial"/>
              <a:buNone/>
              <a:defRPr sz="2000" b="0" i="0" u="none" strike="noStrike" cap="none">
                <a:solidFill>
                  <a:srgbClr val="FEFFFF"/>
                </a:solidFill>
                <a:latin typeface="Century Gothic"/>
                <a:ea typeface="Century Gothic"/>
                <a:cs typeface="Century Gothic"/>
                <a:sym typeface="Century Gothic"/>
              </a:defRPr>
            </a:lvl3pPr>
            <a:lvl4pPr marL="0" marR="0" lvl="3" indent="0" algn="r">
              <a:lnSpc>
                <a:spcPct val="100000"/>
              </a:lnSpc>
              <a:spcBef>
                <a:spcPts val="0"/>
              </a:spcBef>
              <a:spcAft>
                <a:spcPts val="0"/>
              </a:spcAft>
              <a:buClr>
                <a:srgbClr val="000000"/>
              </a:buClr>
              <a:buSzPts val="2000"/>
              <a:buFont typeface="Arial"/>
              <a:buNone/>
              <a:defRPr sz="2000" b="0" i="0" u="none" strike="noStrike" cap="none">
                <a:solidFill>
                  <a:srgbClr val="FEFFFF"/>
                </a:solidFill>
                <a:latin typeface="Century Gothic"/>
                <a:ea typeface="Century Gothic"/>
                <a:cs typeface="Century Gothic"/>
                <a:sym typeface="Century Gothic"/>
              </a:defRPr>
            </a:lvl4pPr>
            <a:lvl5pPr marL="0" marR="0" lvl="4" indent="0" algn="r">
              <a:lnSpc>
                <a:spcPct val="100000"/>
              </a:lnSpc>
              <a:spcBef>
                <a:spcPts val="0"/>
              </a:spcBef>
              <a:spcAft>
                <a:spcPts val="0"/>
              </a:spcAft>
              <a:buClr>
                <a:srgbClr val="000000"/>
              </a:buClr>
              <a:buSzPts val="2000"/>
              <a:buFont typeface="Arial"/>
              <a:buNone/>
              <a:defRPr sz="2000" b="0" i="0" u="none" strike="noStrike" cap="none">
                <a:solidFill>
                  <a:srgbClr val="FEFFFF"/>
                </a:solidFill>
                <a:latin typeface="Century Gothic"/>
                <a:ea typeface="Century Gothic"/>
                <a:cs typeface="Century Gothic"/>
                <a:sym typeface="Century Gothic"/>
              </a:defRPr>
            </a:lvl5pPr>
            <a:lvl6pPr marL="0" marR="0" lvl="5" indent="0" algn="r">
              <a:lnSpc>
                <a:spcPct val="100000"/>
              </a:lnSpc>
              <a:spcBef>
                <a:spcPts val="0"/>
              </a:spcBef>
              <a:spcAft>
                <a:spcPts val="0"/>
              </a:spcAft>
              <a:buClr>
                <a:srgbClr val="000000"/>
              </a:buClr>
              <a:buSzPts val="2000"/>
              <a:buFont typeface="Arial"/>
              <a:buNone/>
              <a:defRPr sz="2000" b="0" i="0" u="none" strike="noStrike" cap="none">
                <a:solidFill>
                  <a:srgbClr val="FEFFFF"/>
                </a:solidFill>
                <a:latin typeface="Century Gothic"/>
                <a:ea typeface="Century Gothic"/>
                <a:cs typeface="Century Gothic"/>
                <a:sym typeface="Century Gothic"/>
              </a:defRPr>
            </a:lvl6pPr>
            <a:lvl7pPr marL="0" marR="0" lvl="6" indent="0" algn="r">
              <a:lnSpc>
                <a:spcPct val="100000"/>
              </a:lnSpc>
              <a:spcBef>
                <a:spcPts val="0"/>
              </a:spcBef>
              <a:spcAft>
                <a:spcPts val="0"/>
              </a:spcAft>
              <a:buClr>
                <a:srgbClr val="000000"/>
              </a:buClr>
              <a:buSzPts val="2000"/>
              <a:buFont typeface="Arial"/>
              <a:buNone/>
              <a:defRPr sz="2000" b="0" i="0" u="none" strike="noStrike" cap="none">
                <a:solidFill>
                  <a:srgbClr val="FEFFFF"/>
                </a:solidFill>
                <a:latin typeface="Century Gothic"/>
                <a:ea typeface="Century Gothic"/>
                <a:cs typeface="Century Gothic"/>
                <a:sym typeface="Century Gothic"/>
              </a:defRPr>
            </a:lvl7pPr>
            <a:lvl8pPr marL="0" marR="0" lvl="7" indent="0" algn="r">
              <a:lnSpc>
                <a:spcPct val="100000"/>
              </a:lnSpc>
              <a:spcBef>
                <a:spcPts val="0"/>
              </a:spcBef>
              <a:spcAft>
                <a:spcPts val="0"/>
              </a:spcAft>
              <a:buClr>
                <a:srgbClr val="000000"/>
              </a:buClr>
              <a:buSzPts val="2000"/>
              <a:buFont typeface="Arial"/>
              <a:buNone/>
              <a:defRPr sz="2000" b="0" i="0" u="none" strike="noStrike" cap="none">
                <a:solidFill>
                  <a:srgbClr val="FEFFFF"/>
                </a:solidFill>
                <a:latin typeface="Century Gothic"/>
                <a:ea typeface="Century Gothic"/>
                <a:cs typeface="Century Gothic"/>
                <a:sym typeface="Century Gothic"/>
              </a:defRPr>
            </a:lvl8pPr>
            <a:lvl9pPr marL="0" marR="0" lvl="8" indent="0" algn="r">
              <a:lnSpc>
                <a:spcPct val="100000"/>
              </a:lnSpc>
              <a:spcBef>
                <a:spcPts val="0"/>
              </a:spcBef>
              <a:spcAft>
                <a:spcPts val="0"/>
              </a:spcAft>
              <a:buClr>
                <a:srgbClr val="000000"/>
              </a:buClr>
              <a:buSzPts val="2000"/>
              <a:buFont typeface="Arial"/>
              <a:buNone/>
              <a:defRPr sz="2000" b="0" i="0" u="none" strike="noStrike" cap="none">
                <a:solidFill>
                  <a:srgbClr val="FEFFFF"/>
                </a:solidFill>
                <a:latin typeface="Century Gothic"/>
                <a:ea typeface="Century Gothic"/>
                <a:cs typeface="Century Gothic"/>
                <a:sym typeface="Century Gothic"/>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57"/>
        <p:cNvGrpSpPr/>
        <p:nvPr/>
      </p:nvGrpSpPr>
      <p:grpSpPr>
        <a:xfrm>
          <a:off x="0" y="0"/>
          <a:ext cx="0" cy="0"/>
          <a:chOff x="0" y="0"/>
          <a:chExt cx="0" cy="0"/>
        </a:xfrm>
      </p:grpSpPr>
      <p:sp>
        <p:nvSpPr>
          <p:cNvPr id="58" name="Google Shape;58;p4"/>
          <p:cNvSpPr txBox="1">
            <a:spLocks noGrp="1"/>
          </p:cNvSpPr>
          <p:nvPr>
            <p:ph type="title"/>
          </p:nvPr>
        </p:nvSpPr>
        <p:spPr>
          <a:xfrm>
            <a:off x="2589212" y="2058750"/>
            <a:ext cx="8915399" cy="1468800"/>
          </a:xfrm>
          <a:prstGeom prst="rect">
            <a:avLst/>
          </a:prstGeom>
          <a:noFill/>
          <a:ln>
            <a:noFill/>
          </a:ln>
        </p:spPr>
        <p:txBody>
          <a:bodyPr spcFirstLastPara="1" wrap="square" lIns="91425" tIns="45700" rIns="91425" bIns="45700" anchor="b" anchorCtr="0">
            <a:normAutofit/>
          </a:bodyPr>
          <a:lstStyle>
            <a:lvl1pPr lvl="0" algn="l">
              <a:lnSpc>
                <a:spcPct val="100000"/>
              </a:lnSpc>
              <a:spcBef>
                <a:spcPts val="0"/>
              </a:spcBef>
              <a:spcAft>
                <a:spcPts val="0"/>
              </a:spcAft>
              <a:buClr>
                <a:srgbClr val="168DBA"/>
              </a:buClr>
              <a:buSzPts val="4000"/>
              <a:buFont typeface="Century Gothic"/>
              <a:buNone/>
              <a:defRPr sz="4000" b="0" cap="none"/>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9" name="Google Shape;59;p4"/>
          <p:cNvSpPr txBox="1">
            <a:spLocks noGrp="1"/>
          </p:cNvSpPr>
          <p:nvPr>
            <p:ph type="body" idx="1"/>
          </p:nvPr>
        </p:nvSpPr>
        <p:spPr>
          <a:xfrm>
            <a:off x="2589212" y="3530129"/>
            <a:ext cx="8915399" cy="860400"/>
          </a:xfrm>
          <a:prstGeom prst="rect">
            <a:avLst/>
          </a:prstGeom>
          <a:noFill/>
          <a:ln>
            <a:noFill/>
          </a:ln>
        </p:spPr>
        <p:txBody>
          <a:bodyPr spcFirstLastPara="1" wrap="square" lIns="91425" tIns="45700" rIns="91425" bIns="45700" anchor="t" anchorCtr="0">
            <a:normAutofit/>
          </a:bodyPr>
          <a:lstStyle>
            <a:lvl1pPr marL="457200" lvl="0" indent="-228600" algn="l">
              <a:lnSpc>
                <a:spcPct val="100000"/>
              </a:lnSpc>
              <a:spcBef>
                <a:spcPts val="1000"/>
              </a:spcBef>
              <a:spcAft>
                <a:spcPts val="0"/>
              </a:spcAft>
              <a:buSzPts val="2000"/>
              <a:buNone/>
              <a:defRPr sz="2000">
                <a:solidFill>
                  <a:srgbClr val="595959"/>
                </a:solidFill>
              </a:defRPr>
            </a:lvl1pPr>
            <a:lvl2pPr marL="914400" lvl="1" indent="-228600" algn="l">
              <a:lnSpc>
                <a:spcPct val="100000"/>
              </a:lnSpc>
              <a:spcBef>
                <a:spcPts val="1000"/>
              </a:spcBef>
              <a:spcAft>
                <a:spcPts val="0"/>
              </a:spcAft>
              <a:buSzPts val="1800"/>
              <a:buNone/>
              <a:defRPr sz="1800">
                <a:solidFill>
                  <a:srgbClr val="888888"/>
                </a:solidFill>
              </a:defRPr>
            </a:lvl2pPr>
            <a:lvl3pPr marL="1371600" lvl="2" indent="-228600" algn="l">
              <a:lnSpc>
                <a:spcPct val="100000"/>
              </a:lnSpc>
              <a:spcBef>
                <a:spcPts val="1000"/>
              </a:spcBef>
              <a:spcAft>
                <a:spcPts val="0"/>
              </a:spcAft>
              <a:buSzPts val="1600"/>
              <a:buNone/>
              <a:defRPr sz="1600">
                <a:solidFill>
                  <a:srgbClr val="888888"/>
                </a:solidFill>
              </a:defRPr>
            </a:lvl3pPr>
            <a:lvl4pPr marL="1828800" lvl="3" indent="-228600" algn="l">
              <a:lnSpc>
                <a:spcPct val="100000"/>
              </a:lnSpc>
              <a:spcBef>
                <a:spcPts val="1000"/>
              </a:spcBef>
              <a:spcAft>
                <a:spcPts val="0"/>
              </a:spcAft>
              <a:buSzPts val="1400"/>
              <a:buNone/>
              <a:defRPr sz="1400">
                <a:solidFill>
                  <a:srgbClr val="888888"/>
                </a:solidFill>
              </a:defRPr>
            </a:lvl4pPr>
            <a:lvl5pPr marL="2286000" lvl="4" indent="-228600" algn="l">
              <a:lnSpc>
                <a:spcPct val="100000"/>
              </a:lnSpc>
              <a:spcBef>
                <a:spcPts val="1000"/>
              </a:spcBef>
              <a:spcAft>
                <a:spcPts val="0"/>
              </a:spcAft>
              <a:buSzPts val="1400"/>
              <a:buNone/>
              <a:defRPr sz="1400">
                <a:solidFill>
                  <a:srgbClr val="888888"/>
                </a:solidFill>
              </a:defRPr>
            </a:lvl5pPr>
            <a:lvl6pPr marL="2743200" lvl="5" indent="-228600" algn="l">
              <a:lnSpc>
                <a:spcPct val="100000"/>
              </a:lnSpc>
              <a:spcBef>
                <a:spcPts val="1000"/>
              </a:spcBef>
              <a:spcAft>
                <a:spcPts val="0"/>
              </a:spcAft>
              <a:buSzPts val="1400"/>
              <a:buNone/>
              <a:defRPr sz="1400">
                <a:solidFill>
                  <a:srgbClr val="888888"/>
                </a:solidFill>
              </a:defRPr>
            </a:lvl6pPr>
            <a:lvl7pPr marL="3200400" lvl="6" indent="-228600" algn="l">
              <a:lnSpc>
                <a:spcPct val="100000"/>
              </a:lnSpc>
              <a:spcBef>
                <a:spcPts val="1000"/>
              </a:spcBef>
              <a:spcAft>
                <a:spcPts val="0"/>
              </a:spcAft>
              <a:buSzPts val="1400"/>
              <a:buNone/>
              <a:defRPr sz="1400">
                <a:solidFill>
                  <a:srgbClr val="888888"/>
                </a:solidFill>
              </a:defRPr>
            </a:lvl7pPr>
            <a:lvl8pPr marL="3657600" lvl="7" indent="-228600" algn="l">
              <a:lnSpc>
                <a:spcPct val="100000"/>
              </a:lnSpc>
              <a:spcBef>
                <a:spcPts val="1000"/>
              </a:spcBef>
              <a:spcAft>
                <a:spcPts val="0"/>
              </a:spcAft>
              <a:buSzPts val="1400"/>
              <a:buNone/>
              <a:defRPr sz="1400">
                <a:solidFill>
                  <a:srgbClr val="888888"/>
                </a:solidFill>
              </a:defRPr>
            </a:lvl8pPr>
            <a:lvl9pPr marL="4114800" lvl="8" indent="-228600" algn="l">
              <a:lnSpc>
                <a:spcPct val="100000"/>
              </a:lnSpc>
              <a:spcBef>
                <a:spcPts val="1000"/>
              </a:spcBef>
              <a:spcAft>
                <a:spcPts val="0"/>
              </a:spcAft>
              <a:buSzPts val="1400"/>
              <a:buNone/>
              <a:defRPr sz="1400">
                <a:solidFill>
                  <a:srgbClr val="888888"/>
                </a:solidFill>
              </a:defRPr>
            </a:lvl9pPr>
          </a:lstStyle>
          <a:p>
            <a:endParaRPr/>
          </a:p>
        </p:txBody>
      </p:sp>
      <p:sp>
        <p:nvSpPr>
          <p:cNvPr id="60" name="Google Shape;60;p4"/>
          <p:cNvSpPr txBox="1">
            <a:spLocks noGrp="1"/>
          </p:cNvSpPr>
          <p:nvPr>
            <p:ph type="dt" idx="10"/>
          </p:nvPr>
        </p:nvSpPr>
        <p:spPr>
          <a:xfrm>
            <a:off x="10361612" y="6130437"/>
            <a:ext cx="1146283" cy="370396"/>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1" name="Google Shape;61;p4"/>
          <p:cNvSpPr txBox="1">
            <a:spLocks noGrp="1"/>
          </p:cNvSpPr>
          <p:nvPr>
            <p:ph type="ftr" idx="11"/>
          </p:nvPr>
        </p:nvSpPr>
        <p:spPr>
          <a:xfrm>
            <a:off x="2589212" y="6135808"/>
            <a:ext cx="7619999"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2" name="Google Shape;62;p4"/>
          <p:cNvSpPr/>
          <p:nvPr/>
        </p:nvSpPr>
        <p:spPr>
          <a:xfrm rot="10800000" flipH="1">
            <a:off x="-4189" y="3178175"/>
            <a:ext cx="1588527" cy="507297"/>
          </a:xfrm>
          <a:custGeom>
            <a:avLst/>
            <a:gdLst/>
            <a:ahLst/>
            <a:cxnLst/>
            <a:rect l="l" t="t" r="r" b="b"/>
            <a:pathLst>
              <a:path w="9248" h="10000" extrusionOk="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3" name="Google Shape;63;p4"/>
          <p:cNvSpPr txBox="1">
            <a:spLocks noGrp="1"/>
          </p:cNvSpPr>
          <p:nvPr>
            <p:ph type="sldNum" idx="12"/>
          </p:nvPr>
        </p:nvSpPr>
        <p:spPr>
          <a:xfrm>
            <a:off x="531812" y="3244139"/>
            <a:ext cx="779767"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2000"/>
              <a:buFont typeface="Arial"/>
              <a:buNone/>
              <a:defRPr sz="2000" b="0" i="0" u="none" strike="noStrike" cap="none">
                <a:solidFill>
                  <a:srgbClr val="FEFFFF"/>
                </a:solidFill>
                <a:latin typeface="Century Gothic"/>
                <a:ea typeface="Century Gothic"/>
                <a:cs typeface="Century Gothic"/>
                <a:sym typeface="Century Gothic"/>
              </a:defRPr>
            </a:lvl1pPr>
            <a:lvl2pPr marL="0" marR="0" lvl="1" indent="0" algn="r">
              <a:lnSpc>
                <a:spcPct val="100000"/>
              </a:lnSpc>
              <a:spcBef>
                <a:spcPts val="0"/>
              </a:spcBef>
              <a:spcAft>
                <a:spcPts val="0"/>
              </a:spcAft>
              <a:buClr>
                <a:srgbClr val="000000"/>
              </a:buClr>
              <a:buSzPts val="2000"/>
              <a:buFont typeface="Arial"/>
              <a:buNone/>
              <a:defRPr sz="2000" b="0" i="0" u="none" strike="noStrike" cap="none">
                <a:solidFill>
                  <a:srgbClr val="FEFFFF"/>
                </a:solidFill>
                <a:latin typeface="Century Gothic"/>
                <a:ea typeface="Century Gothic"/>
                <a:cs typeface="Century Gothic"/>
                <a:sym typeface="Century Gothic"/>
              </a:defRPr>
            </a:lvl2pPr>
            <a:lvl3pPr marL="0" marR="0" lvl="2" indent="0" algn="r">
              <a:lnSpc>
                <a:spcPct val="100000"/>
              </a:lnSpc>
              <a:spcBef>
                <a:spcPts val="0"/>
              </a:spcBef>
              <a:spcAft>
                <a:spcPts val="0"/>
              </a:spcAft>
              <a:buClr>
                <a:srgbClr val="000000"/>
              </a:buClr>
              <a:buSzPts val="2000"/>
              <a:buFont typeface="Arial"/>
              <a:buNone/>
              <a:defRPr sz="2000" b="0" i="0" u="none" strike="noStrike" cap="none">
                <a:solidFill>
                  <a:srgbClr val="FEFFFF"/>
                </a:solidFill>
                <a:latin typeface="Century Gothic"/>
                <a:ea typeface="Century Gothic"/>
                <a:cs typeface="Century Gothic"/>
                <a:sym typeface="Century Gothic"/>
              </a:defRPr>
            </a:lvl3pPr>
            <a:lvl4pPr marL="0" marR="0" lvl="3" indent="0" algn="r">
              <a:lnSpc>
                <a:spcPct val="100000"/>
              </a:lnSpc>
              <a:spcBef>
                <a:spcPts val="0"/>
              </a:spcBef>
              <a:spcAft>
                <a:spcPts val="0"/>
              </a:spcAft>
              <a:buClr>
                <a:srgbClr val="000000"/>
              </a:buClr>
              <a:buSzPts val="2000"/>
              <a:buFont typeface="Arial"/>
              <a:buNone/>
              <a:defRPr sz="2000" b="0" i="0" u="none" strike="noStrike" cap="none">
                <a:solidFill>
                  <a:srgbClr val="FEFFFF"/>
                </a:solidFill>
                <a:latin typeface="Century Gothic"/>
                <a:ea typeface="Century Gothic"/>
                <a:cs typeface="Century Gothic"/>
                <a:sym typeface="Century Gothic"/>
              </a:defRPr>
            </a:lvl4pPr>
            <a:lvl5pPr marL="0" marR="0" lvl="4" indent="0" algn="r">
              <a:lnSpc>
                <a:spcPct val="100000"/>
              </a:lnSpc>
              <a:spcBef>
                <a:spcPts val="0"/>
              </a:spcBef>
              <a:spcAft>
                <a:spcPts val="0"/>
              </a:spcAft>
              <a:buClr>
                <a:srgbClr val="000000"/>
              </a:buClr>
              <a:buSzPts val="2000"/>
              <a:buFont typeface="Arial"/>
              <a:buNone/>
              <a:defRPr sz="2000" b="0" i="0" u="none" strike="noStrike" cap="none">
                <a:solidFill>
                  <a:srgbClr val="FEFFFF"/>
                </a:solidFill>
                <a:latin typeface="Century Gothic"/>
                <a:ea typeface="Century Gothic"/>
                <a:cs typeface="Century Gothic"/>
                <a:sym typeface="Century Gothic"/>
              </a:defRPr>
            </a:lvl5pPr>
            <a:lvl6pPr marL="0" marR="0" lvl="5" indent="0" algn="r">
              <a:lnSpc>
                <a:spcPct val="100000"/>
              </a:lnSpc>
              <a:spcBef>
                <a:spcPts val="0"/>
              </a:spcBef>
              <a:spcAft>
                <a:spcPts val="0"/>
              </a:spcAft>
              <a:buClr>
                <a:srgbClr val="000000"/>
              </a:buClr>
              <a:buSzPts val="2000"/>
              <a:buFont typeface="Arial"/>
              <a:buNone/>
              <a:defRPr sz="2000" b="0" i="0" u="none" strike="noStrike" cap="none">
                <a:solidFill>
                  <a:srgbClr val="FEFFFF"/>
                </a:solidFill>
                <a:latin typeface="Century Gothic"/>
                <a:ea typeface="Century Gothic"/>
                <a:cs typeface="Century Gothic"/>
                <a:sym typeface="Century Gothic"/>
              </a:defRPr>
            </a:lvl6pPr>
            <a:lvl7pPr marL="0" marR="0" lvl="6" indent="0" algn="r">
              <a:lnSpc>
                <a:spcPct val="100000"/>
              </a:lnSpc>
              <a:spcBef>
                <a:spcPts val="0"/>
              </a:spcBef>
              <a:spcAft>
                <a:spcPts val="0"/>
              </a:spcAft>
              <a:buClr>
                <a:srgbClr val="000000"/>
              </a:buClr>
              <a:buSzPts val="2000"/>
              <a:buFont typeface="Arial"/>
              <a:buNone/>
              <a:defRPr sz="2000" b="0" i="0" u="none" strike="noStrike" cap="none">
                <a:solidFill>
                  <a:srgbClr val="FEFFFF"/>
                </a:solidFill>
                <a:latin typeface="Century Gothic"/>
                <a:ea typeface="Century Gothic"/>
                <a:cs typeface="Century Gothic"/>
                <a:sym typeface="Century Gothic"/>
              </a:defRPr>
            </a:lvl7pPr>
            <a:lvl8pPr marL="0" marR="0" lvl="7" indent="0" algn="r">
              <a:lnSpc>
                <a:spcPct val="100000"/>
              </a:lnSpc>
              <a:spcBef>
                <a:spcPts val="0"/>
              </a:spcBef>
              <a:spcAft>
                <a:spcPts val="0"/>
              </a:spcAft>
              <a:buClr>
                <a:srgbClr val="000000"/>
              </a:buClr>
              <a:buSzPts val="2000"/>
              <a:buFont typeface="Arial"/>
              <a:buNone/>
              <a:defRPr sz="2000" b="0" i="0" u="none" strike="noStrike" cap="none">
                <a:solidFill>
                  <a:srgbClr val="FEFFFF"/>
                </a:solidFill>
                <a:latin typeface="Century Gothic"/>
                <a:ea typeface="Century Gothic"/>
                <a:cs typeface="Century Gothic"/>
                <a:sym typeface="Century Gothic"/>
              </a:defRPr>
            </a:lvl8pPr>
            <a:lvl9pPr marL="0" marR="0" lvl="8" indent="0" algn="r">
              <a:lnSpc>
                <a:spcPct val="100000"/>
              </a:lnSpc>
              <a:spcBef>
                <a:spcPts val="0"/>
              </a:spcBef>
              <a:spcAft>
                <a:spcPts val="0"/>
              </a:spcAft>
              <a:buClr>
                <a:srgbClr val="000000"/>
              </a:buClr>
              <a:buSzPts val="2000"/>
              <a:buFont typeface="Arial"/>
              <a:buNone/>
              <a:defRPr sz="2000" b="0" i="0" u="none" strike="noStrike" cap="none">
                <a:solidFill>
                  <a:srgbClr val="FEFFFF"/>
                </a:solidFill>
                <a:latin typeface="Century Gothic"/>
                <a:ea typeface="Century Gothic"/>
                <a:cs typeface="Century Gothic"/>
                <a:sym typeface="Century Gothic"/>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64"/>
        <p:cNvGrpSpPr/>
        <p:nvPr/>
      </p:nvGrpSpPr>
      <p:grpSpPr>
        <a:xfrm>
          <a:off x="0" y="0"/>
          <a:ext cx="0" cy="0"/>
          <a:chOff x="0" y="0"/>
          <a:chExt cx="0" cy="0"/>
        </a:xfrm>
      </p:grpSpPr>
      <p:sp>
        <p:nvSpPr>
          <p:cNvPr id="65" name="Google Shape;65;p5"/>
          <p:cNvSpPr txBox="1">
            <a:spLocks noGrp="1"/>
          </p:cNvSpPr>
          <p:nvPr>
            <p:ph type="title"/>
          </p:nvPr>
        </p:nvSpPr>
        <p:spPr>
          <a:xfrm>
            <a:off x="2592924" y="624110"/>
            <a:ext cx="8911687" cy="1280890"/>
          </a:xfrm>
          <a:prstGeom prst="rect">
            <a:avLst/>
          </a:prstGeom>
          <a:noFill/>
          <a:ln>
            <a:noFill/>
          </a:ln>
        </p:spPr>
        <p:txBody>
          <a:bodyPr spcFirstLastPara="1" wrap="square" lIns="91425" tIns="45700" rIns="91425" bIns="45700" anchor="t" anchorCtr="0">
            <a:normAutofit/>
          </a:bodyPr>
          <a:lstStyle>
            <a:lvl1pPr lvl="0" algn="l">
              <a:lnSpc>
                <a:spcPct val="100000"/>
              </a:lnSpc>
              <a:spcBef>
                <a:spcPts val="0"/>
              </a:spcBef>
              <a:spcAft>
                <a:spcPts val="0"/>
              </a:spcAft>
              <a:buClr>
                <a:srgbClr val="168DBA"/>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6" name="Google Shape;66;p5"/>
          <p:cNvSpPr txBox="1">
            <a:spLocks noGrp="1"/>
          </p:cNvSpPr>
          <p:nvPr>
            <p:ph type="body" idx="1"/>
          </p:nvPr>
        </p:nvSpPr>
        <p:spPr>
          <a:xfrm>
            <a:off x="2939373" y="1972703"/>
            <a:ext cx="3992732" cy="576262"/>
          </a:xfrm>
          <a:prstGeom prst="rect">
            <a:avLst/>
          </a:prstGeom>
          <a:noFill/>
          <a:ln>
            <a:noFill/>
          </a:ln>
        </p:spPr>
        <p:txBody>
          <a:bodyPr spcFirstLastPara="1" wrap="square" lIns="91425" tIns="45700" rIns="91425" bIns="45700" anchor="b" anchorCtr="0">
            <a:noAutofit/>
          </a:bodyPr>
          <a:lstStyle>
            <a:lvl1pPr marL="457200" lvl="0" indent="-228600" algn="l">
              <a:lnSpc>
                <a:spcPct val="100000"/>
              </a:lnSpc>
              <a:spcBef>
                <a:spcPts val="1000"/>
              </a:spcBef>
              <a:spcAft>
                <a:spcPts val="0"/>
              </a:spcAft>
              <a:buSzPts val="2400"/>
              <a:buNone/>
              <a:defRPr sz="2400" b="0"/>
            </a:lvl1pPr>
            <a:lvl2pPr marL="914400" lvl="1" indent="-228600" algn="l">
              <a:lnSpc>
                <a:spcPct val="100000"/>
              </a:lnSpc>
              <a:spcBef>
                <a:spcPts val="1000"/>
              </a:spcBef>
              <a:spcAft>
                <a:spcPts val="0"/>
              </a:spcAft>
              <a:buSzPts val="2000"/>
              <a:buNone/>
              <a:defRPr sz="2000" b="1"/>
            </a:lvl2pPr>
            <a:lvl3pPr marL="1371600" lvl="2" indent="-228600" algn="l">
              <a:lnSpc>
                <a:spcPct val="100000"/>
              </a:lnSpc>
              <a:spcBef>
                <a:spcPts val="1000"/>
              </a:spcBef>
              <a:spcAft>
                <a:spcPts val="0"/>
              </a:spcAft>
              <a:buSzPts val="1800"/>
              <a:buNone/>
              <a:defRPr sz="1800" b="1"/>
            </a:lvl3pPr>
            <a:lvl4pPr marL="1828800" lvl="3" indent="-228600" algn="l">
              <a:lnSpc>
                <a:spcPct val="100000"/>
              </a:lnSpc>
              <a:spcBef>
                <a:spcPts val="1000"/>
              </a:spcBef>
              <a:spcAft>
                <a:spcPts val="0"/>
              </a:spcAft>
              <a:buSzPts val="1600"/>
              <a:buNone/>
              <a:defRPr sz="1600" b="1"/>
            </a:lvl4pPr>
            <a:lvl5pPr marL="2286000" lvl="4" indent="-228600" algn="l">
              <a:lnSpc>
                <a:spcPct val="100000"/>
              </a:lnSpc>
              <a:spcBef>
                <a:spcPts val="1000"/>
              </a:spcBef>
              <a:spcAft>
                <a:spcPts val="0"/>
              </a:spcAft>
              <a:buSzPts val="1600"/>
              <a:buNone/>
              <a:defRPr sz="1600" b="1"/>
            </a:lvl5pPr>
            <a:lvl6pPr marL="2743200" lvl="5" indent="-228600" algn="l">
              <a:lnSpc>
                <a:spcPct val="100000"/>
              </a:lnSpc>
              <a:spcBef>
                <a:spcPts val="1000"/>
              </a:spcBef>
              <a:spcAft>
                <a:spcPts val="0"/>
              </a:spcAft>
              <a:buSzPts val="1600"/>
              <a:buNone/>
              <a:defRPr sz="1600" b="1"/>
            </a:lvl6pPr>
            <a:lvl7pPr marL="3200400" lvl="6" indent="-228600" algn="l">
              <a:lnSpc>
                <a:spcPct val="100000"/>
              </a:lnSpc>
              <a:spcBef>
                <a:spcPts val="1000"/>
              </a:spcBef>
              <a:spcAft>
                <a:spcPts val="0"/>
              </a:spcAft>
              <a:buSzPts val="1600"/>
              <a:buNone/>
              <a:defRPr sz="1600" b="1"/>
            </a:lvl7pPr>
            <a:lvl8pPr marL="3657600" lvl="7" indent="-228600" algn="l">
              <a:lnSpc>
                <a:spcPct val="100000"/>
              </a:lnSpc>
              <a:spcBef>
                <a:spcPts val="1000"/>
              </a:spcBef>
              <a:spcAft>
                <a:spcPts val="0"/>
              </a:spcAft>
              <a:buSzPts val="1600"/>
              <a:buNone/>
              <a:defRPr sz="1600" b="1"/>
            </a:lvl8pPr>
            <a:lvl9pPr marL="4114800" lvl="8" indent="-228600" algn="l">
              <a:lnSpc>
                <a:spcPct val="100000"/>
              </a:lnSpc>
              <a:spcBef>
                <a:spcPts val="1000"/>
              </a:spcBef>
              <a:spcAft>
                <a:spcPts val="0"/>
              </a:spcAft>
              <a:buSzPts val="1600"/>
              <a:buNone/>
              <a:defRPr sz="1600" b="1"/>
            </a:lvl9pPr>
          </a:lstStyle>
          <a:p>
            <a:endParaRPr/>
          </a:p>
        </p:txBody>
      </p:sp>
      <p:sp>
        <p:nvSpPr>
          <p:cNvPr id="67" name="Google Shape;67;p5"/>
          <p:cNvSpPr txBox="1">
            <a:spLocks noGrp="1"/>
          </p:cNvSpPr>
          <p:nvPr>
            <p:ph type="body" idx="2"/>
          </p:nvPr>
        </p:nvSpPr>
        <p:spPr>
          <a:xfrm>
            <a:off x="2589212" y="2548966"/>
            <a:ext cx="4342893" cy="3354060"/>
          </a:xfrm>
          <a:prstGeom prst="rect">
            <a:avLst/>
          </a:prstGeom>
          <a:noFill/>
          <a:ln>
            <a:noFill/>
          </a:ln>
        </p:spPr>
        <p:txBody>
          <a:bodyPr spcFirstLastPara="1" wrap="square" lIns="91425" tIns="45700" rIns="91425" bIns="45700" anchor="t" anchorCtr="0">
            <a:normAutofit/>
          </a:bodyPr>
          <a:lstStyle>
            <a:lvl1pPr marL="457200" lvl="0" indent="-342900" algn="l">
              <a:lnSpc>
                <a:spcPct val="100000"/>
              </a:lnSpc>
              <a:spcBef>
                <a:spcPts val="1000"/>
              </a:spcBef>
              <a:spcAft>
                <a:spcPts val="0"/>
              </a:spcAft>
              <a:buSzPts val="1800"/>
              <a:buChar char="?"/>
              <a:defRPr/>
            </a:lvl1pPr>
            <a:lvl2pPr marL="914400" lvl="1" indent="-342900" algn="l">
              <a:lnSpc>
                <a:spcPct val="100000"/>
              </a:lnSpc>
              <a:spcBef>
                <a:spcPts val="1000"/>
              </a:spcBef>
              <a:spcAft>
                <a:spcPts val="0"/>
              </a:spcAft>
              <a:buSzPts val="1800"/>
              <a:buChar char="?"/>
              <a:defRPr/>
            </a:lvl2pPr>
            <a:lvl3pPr marL="1371600" lvl="2" indent="-342900" algn="l">
              <a:lnSpc>
                <a:spcPct val="100000"/>
              </a:lnSpc>
              <a:spcBef>
                <a:spcPts val="1000"/>
              </a:spcBef>
              <a:spcAft>
                <a:spcPts val="0"/>
              </a:spcAft>
              <a:buSzPts val="1800"/>
              <a:buChar char="?"/>
              <a:defRPr/>
            </a:lvl3pPr>
            <a:lvl4pPr marL="1828800" lvl="3" indent="-342900" algn="l">
              <a:lnSpc>
                <a:spcPct val="100000"/>
              </a:lnSpc>
              <a:spcBef>
                <a:spcPts val="1000"/>
              </a:spcBef>
              <a:spcAft>
                <a:spcPts val="0"/>
              </a:spcAft>
              <a:buSzPts val="1800"/>
              <a:buChar char="?"/>
              <a:defRPr/>
            </a:lvl4pPr>
            <a:lvl5pPr marL="2286000" lvl="4" indent="-342900" algn="l">
              <a:lnSpc>
                <a:spcPct val="100000"/>
              </a:lnSpc>
              <a:spcBef>
                <a:spcPts val="1000"/>
              </a:spcBef>
              <a:spcAft>
                <a:spcPts val="0"/>
              </a:spcAft>
              <a:buSzPts val="1800"/>
              <a:buChar char="?"/>
              <a:defRPr/>
            </a:lvl5pPr>
            <a:lvl6pPr marL="2743200" lvl="5" indent="-342900" algn="l">
              <a:lnSpc>
                <a:spcPct val="100000"/>
              </a:lnSpc>
              <a:spcBef>
                <a:spcPts val="1000"/>
              </a:spcBef>
              <a:spcAft>
                <a:spcPts val="0"/>
              </a:spcAft>
              <a:buSzPts val="1800"/>
              <a:buChar char="?"/>
              <a:defRPr/>
            </a:lvl6pPr>
            <a:lvl7pPr marL="3200400" lvl="6" indent="-342900" algn="l">
              <a:lnSpc>
                <a:spcPct val="100000"/>
              </a:lnSpc>
              <a:spcBef>
                <a:spcPts val="1000"/>
              </a:spcBef>
              <a:spcAft>
                <a:spcPts val="0"/>
              </a:spcAft>
              <a:buSzPts val="1800"/>
              <a:buChar char="?"/>
              <a:defRPr/>
            </a:lvl7pPr>
            <a:lvl8pPr marL="3657600" lvl="7" indent="-342900" algn="l">
              <a:lnSpc>
                <a:spcPct val="100000"/>
              </a:lnSpc>
              <a:spcBef>
                <a:spcPts val="1000"/>
              </a:spcBef>
              <a:spcAft>
                <a:spcPts val="0"/>
              </a:spcAft>
              <a:buSzPts val="1800"/>
              <a:buChar char="?"/>
              <a:defRPr/>
            </a:lvl8pPr>
            <a:lvl9pPr marL="4114800" lvl="8" indent="-342900" algn="l">
              <a:lnSpc>
                <a:spcPct val="100000"/>
              </a:lnSpc>
              <a:spcBef>
                <a:spcPts val="1000"/>
              </a:spcBef>
              <a:spcAft>
                <a:spcPts val="0"/>
              </a:spcAft>
              <a:buSzPts val="1800"/>
              <a:buChar char="?"/>
              <a:defRPr/>
            </a:lvl9pPr>
          </a:lstStyle>
          <a:p>
            <a:endParaRPr/>
          </a:p>
        </p:txBody>
      </p:sp>
      <p:sp>
        <p:nvSpPr>
          <p:cNvPr id="68" name="Google Shape;68;p5"/>
          <p:cNvSpPr txBox="1">
            <a:spLocks noGrp="1"/>
          </p:cNvSpPr>
          <p:nvPr>
            <p:ph type="body" idx="3"/>
          </p:nvPr>
        </p:nvSpPr>
        <p:spPr>
          <a:xfrm>
            <a:off x="7506629" y="1969475"/>
            <a:ext cx="3999001" cy="576262"/>
          </a:xfrm>
          <a:prstGeom prst="rect">
            <a:avLst/>
          </a:prstGeom>
          <a:noFill/>
          <a:ln>
            <a:noFill/>
          </a:ln>
        </p:spPr>
        <p:txBody>
          <a:bodyPr spcFirstLastPara="1" wrap="square" lIns="91425" tIns="45700" rIns="91425" bIns="45700" anchor="b" anchorCtr="0">
            <a:noAutofit/>
          </a:bodyPr>
          <a:lstStyle>
            <a:lvl1pPr marL="457200" lvl="0" indent="-228600" algn="l">
              <a:lnSpc>
                <a:spcPct val="100000"/>
              </a:lnSpc>
              <a:spcBef>
                <a:spcPts val="1000"/>
              </a:spcBef>
              <a:spcAft>
                <a:spcPts val="0"/>
              </a:spcAft>
              <a:buSzPts val="2400"/>
              <a:buNone/>
              <a:defRPr sz="2400" b="0"/>
            </a:lvl1pPr>
            <a:lvl2pPr marL="914400" lvl="1" indent="-228600" algn="l">
              <a:lnSpc>
                <a:spcPct val="100000"/>
              </a:lnSpc>
              <a:spcBef>
                <a:spcPts val="1000"/>
              </a:spcBef>
              <a:spcAft>
                <a:spcPts val="0"/>
              </a:spcAft>
              <a:buSzPts val="2000"/>
              <a:buNone/>
              <a:defRPr sz="2000" b="1"/>
            </a:lvl2pPr>
            <a:lvl3pPr marL="1371600" lvl="2" indent="-228600" algn="l">
              <a:lnSpc>
                <a:spcPct val="100000"/>
              </a:lnSpc>
              <a:spcBef>
                <a:spcPts val="1000"/>
              </a:spcBef>
              <a:spcAft>
                <a:spcPts val="0"/>
              </a:spcAft>
              <a:buSzPts val="1800"/>
              <a:buNone/>
              <a:defRPr sz="1800" b="1"/>
            </a:lvl3pPr>
            <a:lvl4pPr marL="1828800" lvl="3" indent="-228600" algn="l">
              <a:lnSpc>
                <a:spcPct val="100000"/>
              </a:lnSpc>
              <a:spcBef>
                <a:spcPts val="1000"/>
              </a:spcBef>
              <a:spcAft>
                <a:spcPts val="0"/>
              </a:spcAft>
              <a:buSzPts val="1600"/>
              <a:buNone/>
              <a:defRPr sz="1600" b="1"/>
            </a:lvl4pPr>
            <a:lvl5pPr marL="2286000" lvl="4" indent="-228600" algn="l">
              <a:lnSpc>
                <a:spcPct val="100000"/>
              </a:lnSpc>
              <a:spcBef>
                <a:spcPts val="1000"/>
              </a:spcBef>
              <a:spcAft>
                <a:spcPts val="0"/>
              </a:spcAft>
              <a:buSzPts val="1600"/>
              <a:buNone/>
              <a:defRPr sz="1600" b="1"/>
            </a:lvl5pPr>
            <a:lvl6pPr marL="2743200" lvl="5" indent="-228600" algn="l">
              <a:lnSpc>
                <a:spcPct val="100000"/>
              </a:lnSpc>
              <a:spcBef>
                <a:spcPts val="1000"/>
              </a:spcBef>
              <a:spcAft>
                <a:spcPts val="0"/>
              </a:spcAft>
              <a:buSzPts val="1600"/>
              <a:buNone/>
              <a:defRPr sz="1600" b="1"/>
            </a:lvl6pPr>
            <a:lvl7pPr marL="3200400" lvl="6" indent="-228600" algn="l">
              <a:lnSpc>
                <a:spcPct val="100000"/>
              </a:lnSpc>
              <a:spcBef>
                <a:spcPts val="1000"/>
              </a:spcBef>
              <a:spcAft>
                <a:spcPts val="0"/>
              </a:spcAft>
              <a:buSzPts val="1600"/>
              <a:buNone/>
              <a:defRPr sz="1600" b="1"/>
            </a:lvl7pPr>
            <a:lvl8pPr marL="3657600" lvl="7" indent="-228600" algn="l">
              <a:lnSpc>
                <a:spcPct val="100000"/>
              </a:lnSpc>
              <a:spcBef>
                <a:spcPts val="1000"/>
              </a:spcBef>
              <a:spcAft>
                <a:spcPts val="0"/>
              </a:spcAft>
              <a:buSzPts val="1600"/>
              <a:buNone/>
              <a:defRPr sz="1600" b="1"/>
            </a:lvl8pPr>
            <a:lvl9pPr marL="4114800" lvl="8" indent="-228600" algn="l">
              <a:lnSpc>
                <a:spcPct val="100000"/>
              </a:lnSpc>
              <a:spcBef>
                <a:spcPts val="1000"/>
              </a:spcBef>
              <a:spcAft>
                <a:spcPts val="0"/>
              </a:spcAft>
              <a:buSzPts val="1600"/>
              <a:buNone/>
              <a:defRPr sz="1600" b="1"/>
            </a:lvl9pPr>
          </a:lstStyle>
          <a:p>
            <a:endParaRPr/>
          </a:p>
        </p:txBody>
      </p:sp>
      <p:sp>
        <p:nvSpPr>
          <p:cNvPr id="69" name="Google Shape;69;p5"/>
          <p:cNvSpPr txBox="1">
            <a:spLocks noGrp="1"/>
          </p:cNvSpPr>
          <p:nvPr>
            <p:ph type="body" idx="4"/>
          </p:nvPr>
        </p:nvSpPr>
        <p:spPr>
          <a:xfrm>
            <a:off x="7166957" y="2545738"/>
            <a:ext cx="4338674" cy="3354060"/>
          </a:xfrm>
          <a:prstGeom prst="rect">
            <a:avLst/>
          </a:prstGeom>
          <a:noFill/>
          <a:ln>
            <a:noFill/>
          </a:ln>
        </p:spPr>
        <p:txBody>
          <a:bodyPr spcFirstLastPara="1" wrap="square" lIns="91425" tIns="45700" rIns="91425" bIns="45700" anchor="t" anchorCtr="0">
            <a:normAutofit/>
          </a:bodyPr>
          <a:lstStyle>
            <a:lvl1pPr marL="457200" lvl="0" indent="-342900" algn="l">
              <a:lnSpc>
                <a:spcPct val="100000"/>
              </a:lnSpc>
              <a:spcBef>
                <a:spcPts val="1000"/>
              </a:spcBef>
              <a:spcAft>
                <a:spcPts val="0"/>
              </a:spcAft>
              <a:buSzPts val="1800"/>
              <a:buChar char="?"/>
              <a:defRPr/>
            </a:lvl1pPr>
            <a:lvl2pPr marL="914400" lvl="1" indent="-342900" algn="l">
              <a:lnSpc>
                <a:spcPct val="100000"/>
              </a:lnSpc>
              <a:spcBef>
                <a:spcPts val="1000"/>
              </a:spcBef>
              <a:spcAft>
                <a:spcPts val="0"/>
              </a:spcAft>
              <a:buSzPts val="1800"/>
              <a:buChar char="?"/>
              <a:defRPr/>
            </a:lvl2pPr>
            <a:lvl3pPr marL="1371600" lvl="2" indent="-342900" algn="l">
              <a:lnSpc>
                <a:spcPct val="100000"/>
              </a:lnSpc>
              <a:spcBef>
                <a:spcPts val="1000"/>
              </a:spcBef>
              <a:spcAft>
                <a:spcPts val="0"/>
              </a:spcAft>
              <a:buSzPts val="1800"/>
              <a:buChar char="?"/>
              <a:defRPr/>
            </a:lvl3pPr>
            <a:lvl4pPr marL="1828800" lvl="3" indent="-342900" algn="l">
              <a:lnSpc>
                <a:spcPct val="100000"/>
              </a:lnSpc>
              <a:spcBef>
                <a:spcPts val="1000"/>
              </a:spcBef>
              <a:spcAft>
                <a:spcPts val="0"/>
              </a:spcAft>
              <a:buSzPts val="1800"/>
              <a:buChar char="?"/>
              <a:defRPr/>
            </a:lvl4pPr>
            <a:lvl5pPr marL="2286000" lvl="4" indent="-342900" algn="l">
              <a:lnSpc>
                <a:spcPct val="100000"/>
              </a:lnSpc>
              <a:spcBef>
                <a:spcPts val="1000"/>
              </a:spcBef>
              <a:spcAft>
                <a:spcPts val="0"/>
              </a:spcAft>
              <a:buSzPts val="1800"/>
              <a:buChar char="?"/>
              <a:defRPr/>
            </a:lvl5pPr>
            <a:lvl6pPr marL="2743200" lvl="5" indent="-342900" algn="l">
              <a:lnSpc>
                <a:spcPct val="100000"/>
              </a:lnSpc>
              <a:spcBef>
                <a:spcPts val="1000"/>
              </a:spcBef>
              <a:spcAft>
                <a:spcPts val="0"/>
              </a:spcAft>
              <a:buSzPts val="1800"/>
              <a:buChar char="?"/>
              <a:defRPr/>
            </a:lvl6pPr>
            <a:lvl7pPr marL="3200400" lvl="6" indent="-342900" algn="l">
              <a:lnSpc>
                <a:spcPct val="100000"/>
              </a:lnSpc>
              <a:spcBef>
                <a:spcPts val="1000"/>
              </a:spcBef>
              <a:spcAft>
                <a:spcPts val="0"/>
              </a:spcAft>
              <a:buSzPts val="1800"/>
              <a:buChar char="?"/>
              <a:defRPr/>
            </a:lvl7pPr>
            <a:lvl8pPr marL="3657600" lvl="7" indent="-342900" algn="l">
              <a:lnSpc>
                <a:spcPct val="100000"/>
              </a:lnSpc>
              <a:spcBef>
                <a:spcPts val="1000"/>
              </a:spcBef>
              <a:spcAft>
                <a:spcPts val="0"/>
              </a:spcAft>
              <a:buSzPts val="1800"/>
              <a:buChar char="?"/>
              <a:defRPr/>
            </a:lvl8pPr>
            <a:lvl9pPr marL="4114800" lvl="8" indent="-342900" algn="l">
              <a:lnSpc>
                <a:spcPct val="100000"/>
              </a:lnSpc>
              <a:spcBef>
                <a:spcPts val="1000"/>
              </a:spcBef>
              <a:spcAft>
                <a:spcPts val="0"/>
              </a:spcAft>
              <a:buSzPts val="1800"/>
              <a:buChar char="?"/>
              <a:defRPr/>
            </a:lvl9pPr>
          </a:lstStyle>
          <a:p>
            <a:endParaRPr/>
          </a:p>
        </p:txBody>
      </p:sp>
      <p:sp>
        <p:nvSpPr>
          <p:cNvPr id="70" name="Google Shape;70;p5"/>
          <p:cNvSpPr txBox="1">
            <a:spLocks noGrp="1"/>
          </p:cNvSpPr>
          <p:nvPr>
            <p:ph type="dt" idx="10"/>
          </p:nvPr>
        </p:nvSpPr>
        <p:spPr>
          <a:xfrm>
            <a:off x="10361612" y="6130437"/>
            <a:ext cx="1146283" cy="370396"/>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1" name="Google Shape;71;p5"/>
          <p:cNvSpPr txBox="1">
            <a:spLocks noGrp="1"/>
          </p:cNvSpPr>
          <p:nvPr>
            <p:ph type="ftr" idx="11"/>
          </p:nvPr>
        </p:nvSpPr>
        <p:spPr>
          <a:xfrm>
            <a:off x="2589212" y="6135808"/>
            <a:ext cx="7619999"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2" name="Google Shape;72;p5"/>
          <p:cNvSpPr/>
          <p:nvPr/>
        </p:nvSpPr>
        <p:spPr>
          <a:xfrm rot="10800000" flipH="1">
            <a:off x="-4189" y="714375"/>
            <a:ext cx="1588527" cy="507297"/>
          </a:xfrm>
          <a:custGeom>
            <a:avLst/>
            <a:gdLst/>
            <a:ahLst/>
            <a:cxnLst/>
            <a:rect l="l" t="t" r="r" b="b"/>
            <a:pathLst>
              <a:path w="9248" h="10000" extrusionOk="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3" name="Google Shape;73;p5"/>
          <p:cNvSpPr txBox="1">
            <a:spLocks noGrp="1"/>
          </p:cNvSpPr>
          <p:nvPr>
            <p:ph type="sldNum" idx="12"/>
          </p:nvPr>
        </p:nvSpPr>
        <p:spPr>
          <a:xfrm>
            <a:off x="531812" y="787782"/>
            <a:ext cx="779767"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2000"/>
              <a:buFont typeface="Arial"/>
              <a:buNone/>
              <a:defRPr sz="2000" b="0" i="0" u="none" strike="noStrike" cap="none">
                <a:solidFill>
                  <a:srgbClr val="FEFFFF"/>
                </a:solidFill>
                <a:latin typeface="Century Gothic"/>
                <a:ea typeface="Century Gothic"/>
                <a:cs typeface="Century Gothic"/>
                <a:sym typeface="Century Gothic"/>
              </a:defRPr>
            </a:lvl1pPr>
            <a:lvl2pPr marL="0" marR="0" lvl="1" indent="0" algn="r">
              <a:lnSpc>
                <a:spcPct val="100000"/>
              </a:lnSpc>
              <a:spcBef>
                <a:spcPts val="0"/>
              </a:spcBef>
              <a:spcAft>
                <a:spcPts val="0"/>
              </a:spcAft>
              <a:buClr>
                <a:srgbClr val="000000"/>
              </a:buClr>
              <a:buSzPts val="2000"/>
              <a:buFont typeface="Arial"/>
              <a:buNone/>
              <a:defRPr sz="2000" b="0" i="0" u="none" strike="noStrike" cap="none">
                <a:solidFill>
                  <a:srgbClr val="FEFFFF"/>
                </a:solidFill>
                <a:latin typeface="Century Gothic"/>
                <a:ea typeface="Century Gothic"/>
                <a:cs typeface="Century Gothic"/>
                <a:sym typeface="Century Gothic"/>
              </a:defRPr>
            </a:lvl2pPr>
            <a:lvl3pPr marL="0" marR="0" lvl="2" indent="0" algn="r">
              <a:lnSpc>
                <a:spcPct val="100000"/>
              </a:lnSpc>
              <a:spcBef>
                <a:spcPts val="0"/>
              </a:spcBef>
              <a:spcAft>
                <a:spcPts val="0"/>
              </a:spcAft>
              <a:buClr>
                <a:srgbClr val="000000"/>
              </a:buClr>
              <a:buSzPts val="2000"/>
              <a:buFont typeface="Arial"/>
              <a:buNone/>
              <a:defRPr sz="2000" b="0" i="0" u="none" strike="noStrike" cap="none">
                <a:solidFill>
                  <a:srgbClr val="FEFFFF"/>
                </a:solidFill>
                <a:latin typeface="Century Gothic"/>
                <a:ea typeface="Century Gothic"/>
                <a:cs typeface="Century Gothic"/>
                <a:sym typeface="Century Gothic"/>
              </a:defRPr>
            </a:lvl3pPr>
            <a:lvl4pPr marL="0" marR="0" lvl="3" indent="0" algn="r">
              <a:lnSpc>
                <a:spcPct val="100000"/>
              </a:lnSpc>
              <a:spcBef>
                <a:spcPts val="0"/>
              </a:spcBef>
              <a:spcAft>
                <a:spcPts val="0"/>
              </a:spcAft>
              <a:buClr>
                <a:srgbClr val="000000"/>
              </a:buClr>
              <a:buSzPts val="2000"/>
              <a:buFont typeface="Arial"/>
              <a:buNone/>
              <a:defRPr sz="2000" b="0" i="0" u="none" strike="noStrike" cap="none">
                <a:solidFill>
                  <a:srgbClr val="FEFFFF"/>
                </a:solidFill>
                <a:latin typeface="Century Gothic"/>
                <a:ea typeface="Century Gothic"/>
                <a:cs typeface="Century Gothic"/>
                <a:sym typeface="Century Gothic"/>
              </a:defRPr>
            </a:lvl4pPr>
            <a:lvl5pPr marL="0" marR="0" lvl="4" indent="0" algn="r">
              <a:lnSpc>
                <a:spcPct val="100000"/>
              </a:lnSpc>
              <a:spcBef>
                <a:spcPts val="0"/>
              </a:spcBef>
              <a:spcAft>
                <a:spcPts val="0"/>
              </a:spcAft>
              <a:buClr>
                <a:srgbClr val="000000"/>
              </a:buClr>
              <a:buSzPts val="2000"/>
              <a:buFont typeface="Arial"/>
              <a:buNone/>
              <a:defRPr sz="2000" b="0" i="0" u="none" strike="noStrike" cap="none">
                <a:solidFill>
                  <a:srgbClr val="FEFFFF"/>
                </a:solidFill>
                <a:latin typeface="Century Gothic"/>
                <a:ea typeface="Century Gothic"/>
                <a:cs typeface="Century Gothic"/>
                <a:sym typeface="Century Gothic"/>
              </a:defRPr>
            </a:lvl5pPr>
            <a:lvl6pPr marL="0" marR="0" lvl="5" indent="0" algn="r">
              <a:lnSpc>
                <a:spcPct val="100000"/>
              </a:lnSpc>
              <a:spcBef>
                <a:spcPts val="0"/>
              </a:spcBef>
              <a:spcAft>
                <a:spcPts val="0"/>
              </a:spcAft>
              <a:buClr>
                <a:srgbClr val="000000"/>
              </a:buClr>
              <a:buSzPts val="2000"/>
              <a:buFont typeface="Arial"/>
              <a:buNone/>
              <a:defRPr sz="2000" b="0" i="0" u="none" strike="noStrike" cap="none">
                <a:solidFill>
                  <a:srgbClr val="FEFFFF"/>
                </a:solidFill>
                <a:latin typeface="Century Gothic"/>
                <a:ea typeface="Century Gothic"/>
                <a:cs typeface="Century Gothic"/>
                <a:sym typeface="Century Gothic"/>
              </a:defRPr>
            </a:lvl6pPr>
            <a:lvl7pPr marL="0" marR="0" lvl="6" indent="0" algn="r">
              <a:lnSpc>
                <a:spcPct val="100000"/>
              </a:lnSpc>
              <a:spcBef>
                <a:spcPts val="0"/>
              </a:spcBef>
              <a:spcAft>
                <a:spcPts val="0"/>
              </a:spcAft>
              <a:buClr>
                <a:srgbClr val="000000"/>
              </a:buClr>
              <a:buSzPts val="2000"/>
              <a:buFont typeface="Arial"/>
              <a:buNone/>
              <a:defRPr sz="2000" b="0" i="0" u="none" strike="noStrike" cap="none">
                <a:solidFill>
                  <a:srgbClr val="FEFFFF"/>
                </a:solidFill>
                <a:latin typeface="Century Gothic"/>
                <a:ea typeface="Century Gothic"/>
                <a:cs typeface="Century Gothic"/>
                <a:sym typeface="Century Gothic"/>
              </a:defRPr>
            </a:lvl7pPr>
            <a:lvl8pPr marL="0" marR="0" lvl="7" indent="0" algn="r">
              <a:lnSpc>
                <a:spcPct val="100000"/>
              </a:lnSpc>
              <a:spcBef>
                <a:spcPts val="0"/>
              </a:spcBef>
              <a:spcAft>
                <a:spcPts val="0"/>
              </a:spcAft>
              <a:buClr>
                <a:srgbClr val="000000"/>
              </a:buClr>
              <a:buSzPts val="2000"/>
              <a:buFont typeface="Arial"/>
              <a:buNone/>
              <a:defRPr sz="2000" b="0" i="0" u="none" strike="noStrike" cap="none">
                <a:solidFill>
                  <a:srgbClr val="FEFFFF"/>
                </a:solidFill>
                <a:latin typeface="Century Gothic"/>
                <a:ea typeface="Century Gothic"/>
                <a:cs typeface="Century Gothic"/>
                <a:sym typeface="Century Gothic"/>
              </a:defRPr>
            </a:lvl8pPr>
            <a:lvl9pPr marL="0" marR="0" lvl="8" indent="0" algn="r">
              <a:lnSpc>
                <a:spcPct val="100000"/>
              </a:lnSpc>
              <a:spcBef>
                <a:spcPts val="0"/>
              </a:spcBef>
              <a:spcAft>
                <a:spcPts val="0"/>
              </a:spcAft>
              <a:buClr>
                <a:srgbClr val="000000"/>
              </a:buClr>
              <a:buSzPts val="2000"/>
              <a:buFont typeface="Arial"/>
              <a:buNone/>
              <a:defRPr sz="2000" b="0" i="0" u="none" strike="noStrike" cap="none">
                <a:solidFill>
                  <a:srgbClr val="FEFFFF"/>
                </a:solidFill>
                <a:latin typeface="Century Gothic"/>
                <a:ea typeface="Century Gothic"/>
                <a:cs typeface="Century Gothic"/>
                <a:sym typeface="Century Gothic"/>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74"/>
        <p:cNvGrpSpPr/>
        <p:nvPr/>
      </p:nvGrpSpPr>
      <p:grpSpPr>
        <a:xfrm>
          <a:off x="0" y="0"/>
          <a:ext cx="0" cy="0"/>
          <a:chOff x="0" y="0"/>
          <a:chExt cx="0" cy="0"/>
        </a:xfrm>
      </p:grpSpPr>
      <p:sp>
        <p:nvSpPr>
          <p:cNvPr id="75" name="Google Shape;75;p6"/>
          <p:cNvSpPr txBox="1">
            <a:spLocks noGrp="1"/>
          </p:cNvSpPr>
          <p:nvPr>
            <p:ph type="title"/>
          </p:nvPr>
        </p:nvSpPr>
        <p:spPr>
          <a:xfrm>
            <a:off x="2592924" y="624110"/>
            <a:ext cx="8911687" cy="1280890"/>
          </a:xfrm>
          <a:prstGeom prst="rect">
            <a:avLst/>
          </a:prstGeom>
          <a:noFill/>
          <a:ln>
            <a:noFill/>
          </a:ln>
        </p:spPr>
        <p:txBody>
          <a:bodyPr spcFirstLastPara="1" wrap="square" lIns="91425" tIns="45700" rIns="91425" bIns="45700" anchor="t" anchorCtr="0">
            <a:normAutofit/>
          </a:bodyPr>
          <a:lstStyle>
            <a:lvl1pPr lvl="0" algn="l">
              <a:lnSpc>
                <a:spcPct val="100000"/>
              </a:lnSpc>
              <a:spcBef>
                <a:spcPts val="0"/>
              </a:spcBef>
              <a:spcAft>
                <a:spcPts val="0"/>
              </a:spcAft>
              <a:buClr>
                <a:srgbClr val="168DBA"/>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6" name="Google Shape;76;p6"/>
          <p:cNvSpPr txBox="1">
            <a:spLocks noGrp="1"/>
          </p:cNvSpPr>
          <p:nvPr>
            <p:ph type="dt" idx="10"/>
          </p:nvPr>
        </p:nvSpPr>
        <p:spPr>
          <a:xfrm>
            <a:off x="10361612" y="6130437"/>
            <a:ext cx="1146283" cy="370396"/>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7" name="Google Shape;77;p6"/>
          <p:cNvSpPr txBox="1">
            <a:spLocks noGrp="1"/>
          </p:cNvSpPr>
          <p:nvPr>
            <p:ph type="ftr" idx="11"/>
          </p:nvPr>
        </p:nvSpPr>
        <p:spPr>
          <a:xfrm>
            <a:off x="2589212" y="6135808"/>
            <a:ext cx="7619999"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8" name="Google Shape;78;p6"/>
          <p:cNvSpPr/>
          <p:nvPr/>
        </p:nvSpPr>
        <p:spPr>
          <a:xfrm rot="10800000" flipH="1">
            <a:off x="-4189" y="714375"/>
            <a:ext cx="1588527" cy="507297"/>
          </a:xfrm>
          <a:custGeom>
            <a:avLst/>
            <a:gdLst/>
            <a:ahLst/>
            <a:cxnLst/>
            <a:rect l="l" t="t" r="r" b="b"/>
            <a:pathLst>
              <a:path w="9248" h="10000" extrusionOk="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9" name="Google Shape;79;p6"/>
          <p:cNvSpPr txBox="1">
            <a:spLocks noGrp="1"/>
          </p:cNvSpPr>
          <p:nvPr>
            <p:ph type="sldNum" idx="12"/>
          </p:nvPr>
        </p:nvSpPr>
        <p:spPr>
          <a:xfrm>
            <a:off x="531812" y="787782"/>
            <a:ext cx="779767"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2000"/>
              <a:buFont typeface="Arial"/>
              <a:buNone/>
              <a:defRPr sz="2000" b="0" i="0" u="none" strike="noStrike" cap="none">
                <a:solidFill>
                  <a:srgbClr val="FEFFFF"/>
                </a:solidFill>
                <a:latin typeface="Century Gothic"/>
                <a:ea typeface="Century Gothic"/>
                <a:cs typeface="Century Gothic"/>
                <a:sym typeface="Century Gothic"/>
              </a:defRPr>
            </a:lvl1pPr>
            <a:lvl2pPr marL="0" marR="0" lvl="1" indent="0" algn="r">
              <a:lnSpc>
                <a:spcPct val="100000"/>
              </a:lnSpc>
              <a:spcBef>
                <a:spcPts val="0"/>
              </a:spcBef>
              <a:spcAft>
                <a:spcPts val="0"/>
              </a:spcAft>
              <a:buClr>
                <a:srgbClr val="000000"/>
              </a:buClr>
              <a:buSzPts val="2000"/>
              <a:buFont typeface="Arial"/>
              <a:buNone/>
              <a:defRPr sz="2000" b="0" i="0" u="none" strike="noStrike" cap="none">
                <a:solidFill>
                  <a:srgbClr val="FEFFFF"/>
                </a:solidFill>
                <a:latin typeface="Century Gothic"/>
                <a:ea typeface="Century Gothic"/>
                <a:cs typeface="Century Gothic"/>
                <a:sym typeface="Century Gothic"/>
              </a:defRPr>
            </a:lvl2pPr>
            <a:lvl3pPr marL="0" marR="0" lvl="2" indent="0" algn="r">
              <a:lnSpc>
                <a:spcPct val="100000"/>
              </a:lnSpc>
              <a:spcBef>
                <a:spcPts val="0"/>
              </a:spcBef>
              <a:spcAft>
                <a:spcPts val="0"/>
              </a:spcAft>
              <a:buClr>
                <a:srgbClr val="000000"/>
              </a:buClr>
              <a:buSzPts val="2000"/>
              <a:buFont typeface="Arial"/>
              <a:buNone/>
              <a:defRPr sz="2000" b="0" i="0" u="none" strike="noStrike" cap="none">
                <a:solidFill>
                  <a:srgbClr val="FEFFFF"/>
                </a:solidFill>
                <a:latin typeface="Century Gothic"/>
                <a:ea typeface="Century Gothic"/>
                <a:cs typeface="Century Gothic"/>
                <a:sym typeface="Century Gothic"/>
              </a:defRPr>
            </a:lvl3pPr>
            <a:lvl4pPr marL="0" marR="0" lvl="3" indent="0" algn="r">
              <a:lnSpc>
                <a:spcPct val="100000"/>
              </a:lnSpc>
              <a:spcBef>
                <a:spcPts val="0"/>
              </a:spcBef>
              <a:spcAft>
                <a:spcPts val="0"/>
              </a:spcAft>
              <a:buClr>
                <a:srgbClr val="000000"/>
              </a:buClr>
              <a:buSzPts val="2000"/>
              <a:buFont typeface="Arial"/>
              <a:buNone/>
              <a:defRPr sz="2000" b="0" i="0" u="none" strike="noStrike" cap="none">
                <a:solidFill>
                  <a:srgbClr val="FEFFFF"/>
                </a:solidFill>
                <a:latin typeface="Century Gothic"/>
                <a:ea typeface="Century Gothic"/>
                <a:cs typeface="Century Gothic"/>
                <a:sym typeface="Century Gothic"/>
              </a:defRPr>
            </a:lvl4pPr>
            <a:lvl5pPr marL="0" marR="0" lvl="4" indent="0" algn="r">
              <a:lnSpc>
                <a:spcPct val="100000"/>
              </a:lnSpc>
              <a:spcBef>
                <a:spcPts val="0"/>
              </a:spcBef>
              <a:spcAft>
                <a:spcPts val="0"/>
              </a:spcAft>
              <a:buClr>
                <a:srgbClr val="000000"/>
              </a:buClr>
              <a:buSzPts val="2000"/>
              <a:buFont typeface="Arial"/>
              <a:buNone/>
              <a:defRPr sz="2000" b="0" i="0" u="none" strike="noStrike" cap="none">
                <a:solidFill>
                  <a:srgbClr val="FEFFFF"/>
                </a:solidFill>
                <a:latin typeface="Century Gothic"/>
                <a:ea typeface="Century Gothic"/>
                <a:cs typeface="Century Gothic"/>
                <a:sym typeface="Century Gothic"/>
              </a:defRPr>
            </a:lvl5pPr>
            <a:lvl6pPr marL="0" marR="0" lvl="5" indent="0" algn="r">
              <a:lnSpc>
                <a:spcPct val="100000"/>
              </a:lnSpc>
              <a:spcBef>
                <a:spcPts val="0"/>
              </a:spcBef>
              <a:spcAft>
                <a:spcPts val="0"/>
              </a:spcAft>
              <a:buClr>
                <a:srgbClr val="000000"/>
              </a:buClr>
              <a:buSzPts val="2000"/>
              <a:buFont typeface="Arial"/>
              <a:buNone/>
              <a:defRPr sz="2000" b="0" i="0" u="none" strike="noStrike" cap="none">
                <a:solidFill>
                  <a:srgbClr val="FEFFFF"/>
                </a:solidFill>
                <a:latin typeface="Century Gothic"/>
                <a:ea typeface="Century Gothic"/>
                <a:cs typeface="Century Gothic"/>
                <a:sym typeface="Century Gothic"/>
              </a:defRPr>
            </a:lvl6pPr>
            <a:lvl7pPr marL="0" marR="0" lvl="6" indent="0" algn="r">
              <a:lnSpc>
                <a:spcPct val="100000"/>
              </a:lnSpc>
              <a:spcBef>
                <a:spcPts val="0"/>
              </a:spcBef>
              <a:spcAft>
                <a:spcPts val="0"/>
              </a:spcAft>
              <a:buClr>
                <a:srgbClr val="000000"/>
              </a:buClr>
              <a:buSzPts val="2000"/>
              <a:buFont typeface="Arial"/>
              <a:buNone/>
              <a:defRPr sz="2000" b="0" i="0" u="none" strike="noStrike" cap="none">
                <a:solidFill>
                  <a:srgbClr val="FEFFFF"/>
                </a:solidFill>
                <a:latin typeface="Century Gothic"/>
                <a:ea typeface="Century Gothic"/>
                <a:cs typeface="Century Gothic"/>
                <a:sym typeface="Century Gothic"/>
              </a:defRPr>
            </a:lvl7pPr>
            <a:lvl8pPr marL="0" marR="0" lvl="7" indent="0" algn="r">
              <a:lnSpc>
                <a:spcPct val="100000"/>
              </a:lnSpc>
              <a:spcBef>
                <a:spcPts val="0"/>
              </a:spcBef>
              <a:spcAft>
                <a:spcPts val="0"/>
              </a:spcAft>
              <a:buClr>
                <a:srgbClr val="000000"/>
              </a:buClr>
              <a:buSzPts val="2000"/>
              <a:buFont typeface="Arial"/>
              <a:buNone/>
              <a:defRPr sz="2000" b="0" i="0" u="none" strike="noStrike" cap="none">
                <a:solidFill>
                  <a:srgbClr val="FEFFFF"/>
                </a:solidFill>
                <a:latin typeface="Century Gothic"/>
                <a:ea typeface="Century Gothic"/>
                <a:cs typeface="Century Gothic"/>
                <a:sym typeface="Century Gothic"/>
              </a:defRPr>
            </a:lvl8pPr>
            <a:lvl9pPr marL="0" marR="0" lvl="8" indent="0" algn="r">
              <a:lnSpc>
                <a:spcPct val="100000"/>
              </a:lnSpc>
              <a:spcBef>
                <a:spcPts val="0"/>
              </a:spcBef>
              <a:spcAft>
                <a:spcPts val="0"/>
              </a:spcAft>
              <a:buClr>
                <a:srgbClr val="000000"/>
              </a:buClr>
              <a:buSzPts val="2000"/>
              <a:buFont typeface="Arial"/>
              <a:buNone/>
              <a:defRPr sz="2000" b="0" i="0" u="none" strike="noStrike" cap="none">
                <a:solidFill>
                  <a:srgbClr val="FEFFFF"/>
                </a:solidFill>
                <a:latin typeface="Century Gothic"/>
                <a:ea typeface="Century Gothic"/>
                <a:cs typeface="Century Gothic"/>
                <a:sym typeface="Century Gothic"/>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80"/>
        <p:cNvGrpSpPr/>
        <p:nvPr/>
      </p:nvGrpSpPr>
      <p:grpSpPr>
        <a:xfrm>
          <a:off x="0" y="0"/>
          <a:ext cx="0" cy="0"/>
          <a:chOff x="0" y="0"/>
          <a:chExt cx="0" cy="0"/>
        </a:xfrm>
      </p:grpSpPr>
      <p:sp>
        <p:nvSpPr>
          <p:cNvPr id="81" name="Google Shape;81;p7"/>
          <p:cNvSpPr txBox="1">
            <a:spLocks noGrp="1"/>
          </p:cNvSpPr>
          <p:nvPr>
            <p:ph type="dt" idx="10"/>
          </p:nvPr>
        </p:nvSpPr>
        <p:spPr>
          <a:xfrm>
            <a:off x="10361612" y="6130437"/>
            <a:ext cx="1146283" cy="370396"/>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2" name="Google Shape;82;p7"/>
          <p:cNvSpPr txBox="1">
            <a:spLocks noGrp="1"/>
          </p:cNvSpPr>
          <p:nvPr>
            <p:ph type="ftr" idx="11"/>
          </p:nvPr>
        </p:nvSpPr>
        <p:spPr>
          <a:xfrm>
            <a:off x="2589212" y="6135808"/>
            <a:ext cx="7619999"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3" name="Google Shape;83;p7"/>
          <p:cNvSpPr/>
          <p:nvPr/>
        </p:nvSpPr>
        <p:spPr>
          <a:xfrm rot="10800000" flipH="1">
            <a:off x="-4189" y="714375"/>
            <a:ext cx="1588527" cy="507297"/>
          </a:xfrm>
          <a:custGeom>
            <a:avLst/>
            <a:gdLst/>
            <a:ahLst/>
            <a:cxnLst/>
            <a:rect l="l" t="t" r="r" b="b"/>
            <a:pathLst>
              <a:path w="9248" h="10000" extrusionOk="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4" name="Google Shape;84;p7"/>
          <p:cNvSpPr txBox="1">
            <a:spLocks noGrp="1"/>
          </p:cNvSpPr>
          <p:nvPr>
            <p:ph type="sldNum" idx="12"/>
          </p:nvPr>
        </p:nvSpPr>
        <p:spPr>
          <a:xfrm>
            <a:off x="531812" y="787782"/>
            <a:ext cx="779767"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2000"/>
              <a:buFont typeface="Arial"/>
              <a:buNone/>
              <a:defRPr sz="2000" b="0" i="0" u="none" strike="noStrike" cap="none">
                <a:solidFill>
                  <a:srgbClr val="FEFFFF"/>
                </a:solidFill>
                <a:latin typeface="Century Gothic"/>
                <a:ea typeface="Century Gothic"/>
                <a:cs typeface="Century Gothic"/>
                <a:sym typeface="Century Gothic"/>
              </a:defRPr>
            </a:lvl1pPr>
            <a:lvl2pPr marL="0" marR="0" lvl="1" indent="0" algn="r">
              <a:lnSpc>
                <a:spcPct val="100000"/>
              </a:lnSpc>
              <a:spcBef>
                <a:spcPts val="0"/>
              </a:spcBef>
              <a:spcAft>
                <a:spcPts val="0"/>
              </a:spcAft>
              <a:buClr>
                <a:srgbClr val="000000"/>
              </a:buClr>
              <a:buSzPts val="2000"/>
              <a:buFont typeface="Arial"/>
              <a:buNone/>
              <a:defRPr sz="2000" b="0" i="0" u="none" strike="noStrike" cap="none">
                <a:solidFill>
                  <a:srgbClr val="FEFFFF"/>
                </a:solidFill>
                <a:latin typeface="Century Gothic"/>
                <a:ea typeface="Century Gothic"/>
                <a:cs typeface="Century Gothic"/>
                <a:sym typeface="Century Gothic"/>
              </a:defRPr>
            </a:lvl2pPr>
            <a:lvl3pPr marL="0" marR="0" lvl="2" indent="0" algn="r">
              <a:lnSpc>
                <a:spcPct val="100000"/>
              </a:lnSpc>
              <a:spcBef>
                <a:spcPts val="0"/>
              </a:spcBef>
              <a:spcAft>
                <a:spcPts val="0"/>
              </a:spcAft>
              <a:buClr>
                <a:srgbClr val="000000"/>
              </a:buClr>
              <a:buSzPts val="2000"/>
              <a:buFont typeface="Arial"/>
              <a:buNone/>
              <a:defRPr sz="2000" b="0" i="0" u="none" strike="noStrike" cap="none">
                <a:solidFill>
                  <a:srgbClr val="FEFFFF"/>
                </a:solidFill>
                <a:latin typeface="Century Gothic"/>
                <a:ea typeface="Century Gothic"/>
                <a:cs typeface="Century Gothic"/>
                <a:sym typeface="Century Gothic"/>
              </a:defRPr>
            </a:lvl3pPr>
            <a:lvl4pPr marL="0" marR="0" lvl="3" indent="0" algn="r">
              <a:lnSpc>
                <a:spcPct val="100000"/>
              </a:lnSpc>
              <a:spcBef>
                <a:spcPts val="0"/>
              </a:spcBef>
              <a:spcAft>
                <a:spcPts val="0"/>
              </a:spcAft>
              <a:buClr>
                <a:srgbClr val="000000"/>
              </a:buClr>
              <a:buSzPts val="2000"/>
              <a:buFont typeface="Arial"/>
              <a:buNone/>
              <a:defRPr sz="2000" b="0" i="0" u="none" strike="noStrike" cap="none">
                <a:solidFill>
                  <a:srgbClr val="FEFFFF"/>
                </a:solidFill>
                <a:latin typeface="Century Gothic"/>
                <a:ea typeface="Century Gothic"/>
                <a:cs typeface="Century Gothic"/>
                <a:sym typeface="Century Gothic"/>
              </a:defRPr>
            </a:lvl4pPr>
            <a:lvl5pPr marL="0" marR="0" lvl="4" indent="0" algn="r">
              <a:lnSpc>
                <a:spcPct val="100000"/>
              </a:lnSpc>
              <a:spcBef>
                <a:spcPts val="0"/>
              </a:spcBef>
              <a:spcAft>
                <a:spcPts val="0"/>
              </a:spcAft>
              <a:buClr>
                <a:srgbClr val="000000"/>
              </a:buClr>
              <a:buSzPts val="2000"/>
              <a:buFont typeface="Arial"/>
              <a:buNone/>
              <a:defRPr sz="2000" b="0" i="0" u="none" strike="noStrike" cap="none">
                <a:solidFill>
                  <a:srgbClr val="FEFFFF"/>
                </a:solidFill>
                <a:latin typeface="Century Gothic"/>
                <a:ea typeface="Century Gothic"/>
                <a:cs typeface="Century Gothic"/>
                <a:sym typeface="Century Gothic"/>
              </a:defRPr>
            </a:lvl5pPr>
            <a:lvl6pPr marL="0" marR="0" lvl="5" indent="0" algn="r">
              <a:lnSpc>
                <a:spcPct val="100000"/>
              </a:lnSpc>
              <a:spcBef>
                <a:spcPts val="0"/>
              </a:spcBef>
              <a:spcAft>
                <a:spcPts val="0"/>
              </a:spcAft>
              <a:buClr>
                <a:srgbClr val="000000"/>
              </a:buClr>
              <a:buSzPts val="2000"/>
              <a:buFont typeface="Arial"/>
              <a:buNone/>
              <a:defRPr sz="2000" b="0" i="0" u="none" strike="noStrike" cap="none">
                <a:solidFill>
                  <a:srgbClr val="FEFFFF"/>
                </a:solidFill>
                <a:latin typeface="Century Gothic"/>
                <a:ea typeface="Century Gothic"/>
                <a:cs typeface="Century Gothic"/>
                <a:sym typeface="Century Gothic"/>
              </a:defRPr>
            </a:lvl6pPr>
            <a:lvl7pPr marL="0" marR="0" lvl="6" indent="0" algn="r">
              <a:lnSpc>
                <a:spcPct val="100000"/>
              </a:lnSpc>
              <a:spcBef>
                <a:spcPts val="0"/>
              </a:spcBef>
              <a:spcAft>
                <a:spcPts val="0"/>
              </a:spcAft>
              <a:buClr>
                <a:srgbClr val="000000"/>
              </a:buClr>
              <a:buSzPts val="2000"/>
              <a:buFont typeface="Arial"/>
              <a:buNone/>
              <a:defRPr sz="2000" b="0" i="0" u="none" strike="noStrike" cap="none">
                <a:solidFill>
                  <a:srgbClr val="FEFFFF"/>
                </a:solidFill>
                <a:latin typeface="Century Gothic"/>
                <a:ea typeface="Century Gothic"/>
                <a:cs typeface="Century Gothic"/>
                <a:sym typeface="Century Gothic"/>
              </a:defRPr>
            </a:lvl7pPr>
            <a:lvl8pPr marL="0" marR="0" lvl="7" indent="0" algn="r">
              <a:lnSpc>
                <a:spcPct val="100000"/>
              </a:lnSpc>
              <a:spcBef>
                <a:spcPts val="0"/>
              </a:spcBef>
              <a:spcAft>
                <a:spcPts val="0"/>
              </a:spcAft>
              <a:buClr>
                <a:srgbClr val="000000"/>
              </a:buClr>
              <a:buSzPts val="2000"/>
              <a:buFont typeface="Arial"/>
              <a:buNone/>
              <a:defRPr sz="2000" b="0" i="0" u="none" strike="noStrike" cap="none">
                <a:solidFill>
                  <a:srgbClr val="FEFFFF"/>
                </a:solidFill>
                <a:latin typeface="Century Gothic"/>
                <a:ea typeface="Century Gothic"/>
                <a:cs typeface="Century Gothic"/>
                <a:sym typeface="Century Gothic"/>
              </a:defRPr>
            </a:lvl8pPr>
            <a:lvl9pPr marL="0" marR="0" lvl="8" indent="0" algn="r">
              <a:lnSpc>
                <a:spcPct val="100000"/>
              </a:lnSpc>
              <a:spcBef>
                <a:spcPts val="0"/>
              </a:spcBef>
              <a:spcAft>
                <a:spcPts val="0"/>
              </a:spcAft>
              <a:buClr>
                <a:srgbClr val="000000"/>
              </a:buClr>
              <a:buSzPts val="2000"/>
              <a:buFont typeface="Arial"/>
              <a:buNone/>
              <a:defRPr sz="2000" b="0" i="0" u="none" strike="noStrike" cap="none">
                <a:solidFill>
                  <a:srgbClr val="FEFFFF"/>
                </a:solidFill>
                <a:latin typeface="Century Gothic"/>
                <a:ea typeface="Century Gothic"/>
                <a:cs typeface="Century Gothic"/>
                <a:sym typeface="Century Gothic"/>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85"/>
        <p:cNvGrpSpPr/>
        <p:nvPr/>
      </p:nvGrpSpPr>
      <p:grpSpPr>
        <a:xfrm>
          <a:off x="0" y="0"/>
          <a:ext cx="0" cy="0"/>
          <a:chOff x="0" y="0"/>
          <a:chExt cx="0" cy="0"/>
        </a:xfrm>
      </p:grpSpPr>
      <p:sp>
        <p:nvSpPr>
          <p:cNvPr id="86" name="Google Shape;86;p8"/>
          <p:cNvSpPr txBox="1">
            <a:spLocks noGrp="1"/>
          </p:cNvSpPr>
          <p:nvPr>
            <p:ph type="title"/>
          </p:nvPr>
        </p:nvSpPr>
        <p:spPr>
          <a:xfrm>
            <a:off x="2589212" y="446088"/>
            <a:ext cx="3505199" cy="976312"/>
          </a:xfrm>
          <a:prstGeom prst="rect">
            <a:avLst/>
          </a:prstGeom>
          <a:noFill/>
          <a:ln>
            <a:noFill/>
          </a:ln>
        </p:spPr>
        <p:txBody>
          <a:bodyPr spcFirstLastPara="1" wrap="square" lIns="91425" tIns="45700" rIns="91425" bIns="45700" anchor="b" anchorCtr="0">
            <a:normAutofit/>
          </a:bodyPr>
          <a:lstStyle>
            <a:lvl1pPr lvl="0" algn="l">
              <a:lnSpc>
                <a:spcPct val="100000"/>
              </a:lnSpc>
              <a:spcBef>
                <a:spcPts val="0"/>
              </a:spcBef>
              <a:spcAft>
                <a:spcPts val="0"/>
              </a:spcAft>
              <a:buClr>
                <a:srgbClr val="168DBA"/>
              </a:buClr>
              <a:buSzPts val="2000"/>
              <a:buFont typeface="Century Gothic"/>
              <a:buNone/>
              <a:defRPr sz="2000" b="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7" name="Google Shape;87;p8"/>
          <p:cNvSpPr txBox="1">
            <a:spLocks noGrp="1"/>
          </p:cNvSpPr>
          <p:nvPr>
            <p:ph type="body" idx="1"/>
          </p:nvPr>
        </p:nvSpPr>
        <p:spPr>
          <a:xfrm>
            <a:off x="6323012" y="446088"/>
            <a:ext cx="5181600" cy="5414963"/>
          </a:xfrm>
          <a:prstGeom prst="rect">
            <a:avLst/>
          </a:prstGeom>
          <a:noFill/>
          <a:ln>
            <a:noFill/>
          </a:ln>
        </p:spPr>
        <p:txBody>
          <a:bodyPr spcFirstLastPara="1" wrap="square" lIns="91425" tIns="45700" rIns="91425" bIns="45700" anchor="ctr" anchorCtr="0">
            <a:normAutofit/>
          </a:bodyPr>
          <a:lstStyle>
            <a:lvl1pPr marL="457200" lvl="0" indent="-342900" algn="l">
              <a:lnSpc>
                <a:spcPct val="100000"/>
              </a:lnSpc>
              <a:spcBef>
                <a:spcPts val="1000"/>
              </a:spcBef>
              <a:spcAft>
                <a:spcPts val="0"/>
              </a:spcAft>
              <a:buSzPts val="1800"/>
              <a:buChar char="?"/>
              <a:defRPr/>
            </a:lvl1pPr>
            <a:lvl2pPr marL="914400" lvl="1" indent="-342900" algn="l">
              <a:lnSpc>
                <a:spcPct val="100000"/>
              </a:lnSpc>
              <a:spcBef>
                <a:spcPts val="1000"/>
              </a:spcBef>
              <a:spcAft>
                <a:spcPts val="0"/>
              </a:spcAft>
              <a:buSzPts val="1800"/>
              <a:buChar char="?"/>
              <a:defRPr/>
            </a:lvl2pPr>
            <a:lvl3pPr marL="1371600" lvl="2" indent="-342900" algn="l">
              <a:lnSpc>
                <a:spcPct val="100000"/>
              </a:lnSpc>
              <a:spcBef>
                <a:spcPts val="1000"/>
              </a:spcBef>
              <a:spcAft>
                <a:spcPts val="0"/>
              </a:spcAft>
              <a:buSzPts val="1800"/>
              <a:buChar char="?"/>
              <a:defRPr/>
            </a:lvl3pPr>
            <a:lvl4pPr marL="1828800" lvl="3" indent="-342900" algn="l">
              <a:lnSpc>
                <a:spcPct val="100000"/>
              </a:lnSpc>
              <a:spcBef>
                <a:spcPts val="1000"/>
              </a:spcBef>
              <a:spcAft>
                <a:spcPts val="0"/>
              </a:spcAft>
              <a:buSzPts val="1800"/>
              <a:buChar char="?"/>
              <a:defRPr/>
            </a:lvl4pPr>
            <a:lvl5pPr marL="2286000" lvl="4" indent="-342900" algn="l">
              <a:lnSpc>
                <a:spcPct val="100000"/>
              </a:lnSpc>
              <a:spcBef>
                <a:spcPts val="1000"/>
              </a:spcBef>
              <a:spcAft>
                <a:spcPts val="0"/>
              </a:spcAft>
              <a:buSzPts val="1800"/>
              <a:buChar char="?"/>
              <a:defRPr/>
            </a:lvl5pPr>
            <a:lvl6pPr marL="2743200" lvl="5" indent="-342900" algn="l">
              <a:lnSpc>
                <a:spcPct val="100000"/>
              </a:lnSpc>
              <a:spcBef>
                <a:spcPts val="1000"/>
              </a:spcBef>
              <a:spcAft>
                <a:spcPts val="0"/>
              </a:spcAft>
              <a:buSzPts val="1800"/>
              <a:buChar char="?"/>
              <a:defRPr/>
            </a:lvl6pPr>
            <a:lvl7pPr marL="3200400" lvl="6" indent="-342900" algn="l">
              <a:lnSpc>
                <a:spcPct val="100000"/>
              </a:lnSpc>
              <a:spcBef>
                <a:spcPts val="1000"/>
              </a:spcBef>
              <a:spcAft>
                <a:spcPts val="0"/>
              </a:spcAft>
              <a:buSzPts val="1800"/>
              <a:buChar char="?"/>
              <a:defRPr/>
            </a:lvl7pPr>
            <a:lvl8pPr marL="3657600" lvl="7" indent="-342900" algn="l">
              <a:lnSpc>
                <a:spcPct val="100000"/>
              </a:lnSpc>
              <a:spcBef>
                <a:spcPts val="1000"/>
              </a:spcBef>
              <a:spcAft>
                <a:spcPts val="0"/>
              </a:spcAft>
              <a:buSzPts val="1800"/>
              <a:buChar char="?"/>
              <a:defRPr/>
            </a:lvl8pPr>
            <a:lvl9pPr marL="4114800" lvl="8" indent="-342900" algn="l">
              <a:lnSpc>
                <a:spcPct val="100000"/>
              </a:lnSpc>
              <a:spcBef>
                <a:spcPts val="1000"/>
              </a:spcBef>
              <a:spcAft>
                <a:spcPts val="0"/>
              </a:spcAft>
              <a:buSzPts val="1800"/>
              <a:buChar char="?"/>
              <a:defRPr/>
            </a:lvl9pPr>
          </a:lstStyle>
          <a:p>
            <a:endParaRPr/>
          </a:p>
        </p:txBody>
      </p:sp>
      <p:sp>
        <p:nvSpPr>
          <p:cNvPr id="88" name="Google Shape;88;p8"/>
          <p:cNvSpPr txBox="1">
            <a:spLocks noGrp="1"/>
          </p:cNvSpPr>
          <p:nvPr>
            <p:ph type="body" idx="2"/>
          </p:nvPr>
        </p:nvSpPr>
        <p:spPr>
          <a:xfrm>
            <a:off x="2589212" y="1598613"/>
            <a:ext cx="3505199" cy="4262436"/>
          </a:xfrm>
          <a:prstGeom prst="rect">
            <a:avLst/>
          </a:prstGeom>
          <a:noFill/>
          <a:ln>
            <a:noFill/>
          </a:ln>
        </p:spPr>
        <p:txBody>
          <a:bodyPr spcFirstLastPara="1" wrap="square" lIns="91425" tIns="45700" rIns="91425" bIns="45700" anchor="t" anchorCtr="0">
            <a:normAutofit/>
          </a:bodyPr>
          <a:lstStyle>
            <a:lvl1pPr marL="457200" lvl="0" indent="-228600" algn="l">
              <a:lnSpc>
                <a:spcPct val="100000"/>
              </a:lnSpc>
              <a:spcBef>
                <a:spcPts val="1000"/>
              </a:spcBef>
              <a:spcAft>
                <a:spcPts val="0"/>
              </a:spcAft>
              <a:buSzPts val="1400"/>
              <a:buNone/>
              <a:defRPr sz="1400"/>
            </a:lvl1pPr>
            <a:lvl2pPr marL="914400" lvl="1" indent="-228600" algn="l">
              <a:lnSpc>
                <a:spcPct val="100000"/>
              </a:lnSpc>
              <a:spcBef>
                <a:spcPts val="1000"/>
              </a:spcBef>
              <a:spcAft>
                <a:spcPts val="0"/>
              </a:spcAft>
              <a:buSzPts val="1200"/>
              <a:buNone/>
              <a:defRPr sz="1200"/>
            </a:lvl2pPr>
            <a:lvl3pPr marL="1371600" lvl="2" indent="-228600" algn="l">
              <a:lnSpc>
                <a:spcPct val="100000"/>
              </a:lnSpc>
              <a:spcBef>
                <a:spcPts val="1000"/>
              </a:spcBef>
              <a:spcAft>
                <a:spcPts val="0"/>
              </a:spcAft>
              <a:buSzPts val="1000"/>
              <a:buNone/>
              <a:defRPr sz="1000"/>
            </a:lvl3pPr>
            <a:lvl4pPr marL="1828800" lvl="3" indent="-228600" algn="l">
              <a:lnSpc>
                <a:spcPct val="100000"/>
              </a:lnSpc>
              <a:spcBef>
                <a:spcPts val="1000"/>
              </a:spcBef>
              <a:spcAft>
                <a:spcPts val="0"/>
              </a:spcAft>
              <a:buSzPts val="900"/>
              <a:buNone/>
              <a:defRPr sz="900"/>
            </a:lvl4pPr>
            <a:lvl5pPr marL="2286000" lvl="4" indent="-228600" algn="l">
              <a:lnSpc>
                <a:spcPct val="100000"/>
              </a:lnSpc>
              <a:spcBef>
                <a:spcPts val="1000"/>
              </a:spcBef>
              <a:spcAft>
                <a:spcPts val="0"/>
              </a:spcAft>
              <a:buSzPts val="900"/>
              <a:buNone/>
              <a:defRPr sz="900"/>
            </a:lvl5pPr>
            <a:lvl6pPr marL="2743200" lvl="5" indent="-228600" algn="l">
              <a:lnSpc>
                <a:spcPct val="100000"/>
              </a:lnSpc>
              <a:spcBef>
                <a:spcPts val="1000"/>
              </a:spcBef>
              <a:spcAft>
                <a:spcPts val="0"/>
              </a:spcAft>
              <a:buSzPts val="900"/>
              <a:buNone/>
              <a:defRPr sz="900"/>
            </a:lvl6pPr>
            <a:lvl7pPr marL="3200400" lvl="6" indent="-228600" algn="l">
              <a:lnSpc>
                <a:spcPct val="100000"/>
              </a:lnSpc>
              <a:spcBef>
                <a:spcPts val="1000"/>
              </a:spcBef>
              <a:spcAft>
                <a:spcPts val="0"/>
              </a:spcAft>
              <a:buSzPts val="900"/>
              <a:buNone/>
              <a:defRPr sz="900"/>
            </a:lvl7pPr>
            <a:lvl8pPr marL="3657600" lvl="7" indent="-228600" algn="l">
              <a:lnSpc>
                <a:spcPct val="100000"/>
              </a:lnSpc>
              <a:spcBef>
                <a:spcPts val="1000"/>
              </a:spcBef>
              <a:spcAft>
                <a:spcPts val="0"/>
              </a:spcAft>
              <a:buSzPts val="900"/>
              <a:buNone/>
              <a:defRPr sz="900"/>
            </a:lvl8pPr>
            <a:lvl9pPr marL="4114800" lvl="8" indent="-228600" algn="l">
              <a:lnSpc>
                <a:spcPct val="100000"/>
              </a:lnSpc>
              <a:spcBef>
                <a:spcPts val="1000"/>
              </a:spcBef>
              <a:spcAft>
                <a:spcPts val="0"/>
              </a:spcAft>
              <a:buSzPts val="900"/>
              <a:buNone/>
              <a:defRPr sz="900"/>
            </a:lvl9pPr>
          </a:lstStyle>
          <a:p>
            <a:endParaRPr/>
          </a:p>
        </p:txBody>
      </p:sp>
      <p:sp>
        <p:nvSpPr>
          <p:cNvPr id="89" name="Google Shape;89;p8"/>
          <p:cNvSpPr txBox="1">
            <a:spLocks noGrp="1"/>
          </p:cNvSpPr>
          <p:nvPr>
            <p:ph type="dt" idx="10"/>
          </p:nvPr>
        </p:nvSpPr>
        <p:spPr>
          <a:xfrm>
            <a:off x="10361612" y="6130437"/>
            <a:ext cx="1146283" cy="370396"/>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0" name="Google Shape;90;p8"/>
          <p:cNvSpPr txBox="1">
            <a:spLocks noGrp="1"/>
          </p:cNvSpPr>
          <p:nvPr>
            <p:ph type="ftr" idx="11"/>
          </p:nvPr>
        </p:nvSpPr>
        <p:spPr>
          <a:xfrm>
            <a:off x="2589212" y="6135808"/>
            <a:ext cx="7619999"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1" name="Google Shape;91;p8"/>
          <p:cNvSpPr/>
          <p:nvPr/>
        </p:nvSpPr>
        <p:spPr>
          <a:xfrm rot="10800000" flipH="1">
            <a:off x="-4189" y="714375"/>
            <a:ext cx="1588527" cy="507297"/>
          </a:xfrm>
          <a:custGeom>
            <a:avLst/>
            <a:gdLst/>
            <a:ahLst/>
            <a:cxnLst/>
            <a:rect l="l" t="t" r="r" b="b"/>
            <a:pathLst>
              <a:path w="9248" h="10000" extrusionOk="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2" name="Google Shape;92;p8"/>
          <p:cNvSpPr txBox="1">
            <a:spLocks noGrp="1"/>
          </p:cNvSpPr>
          <p:nvPr>
            <p:ph type="sldNum" idx="12"/>
          </p:nvPr>
        </p:nvSpPr>
        <p:spPr>
          <a:xfrm>
            <a:off x="531812" y="787782"/>
            <a:ext cx="779767"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2000"/>
              <a:buFont typeface="Arial"/>
              <a:buNone/>
              <a:defRPr sz="2000" b="0" i="0" u="none" strike="noStrike" cap="none">
                <a:solidFill>
                  <a:srgbClr val="FEFFFF"/>
                </a:solidFill>
                <a:latin typeface="Century Gothic"/>
                <a:ea typeface="Century Gothic"/>
                <a:cs typeface="Century Gothic"/>
                <a:sym typeface="Century Gothic"/>
              </a:defRPr>
            </a:lvl1pPr>
            <a:lvl2pPr marL="0" marR="0" lvl="1" indent="0" algn="r">
              <a:lnSpc>
                <a:spcPct val="100000"/>
              </a:lnSpc>
              <a:spcBef>
                <a:spcPts val="0"/>
              </a:spcBef>
              <a:spcAft>
                <a:spcPts val="0"/>
              </a:spcAft>
              <a:buClr>
                <a:srgbClr val="000000"/>
              </a:buClr>
              <a:buSzPts val="2000"/>
              <a:buFont typeface="Arial"/>
              <a:buNone/>
              <a:defRPr sz="2000" b="0" i="0" u="none" strike="noStrike" cap="none">
                <a:solidFill>
                  <a:srgbClr val="FEFFFF"/>
                </a:solidFill>
                <a:latin typeface="Century Gothic"/>
                <a:ea typeface="Century Gothic"/>
                <a:cs typeface="Century Gothic"/>
                <a:sym typeface="Century Gothic"/>
              </a:defRPr>
            </a:lvl2pPr>
            <a:lvl3pPr marL="0" marR="0" lvl="2" indent="0" algn="r">
              <a:lnSpc>
                <a:spcPct val="100000"/>
              </a:lnSpc>
              <a:spcBef>
                <a:spcPts val="0"/>
              </a:spcBef>
              <a:spcAft>
                <a:spcPts val="0"/>
              </a:spcAft>
              <a:buClr>
                <a:srgbClr val="000000"/>
              </a:buClr>
              <a:buSzPts val="2000"/>
              <a:buFont typeface="Arial"/>
              <a:buNone/>
              <a:defRPr sz="2000" b="0" i="0" u="none" strike="noStrike" cap="none">
                <a:solidFill>
                  <a:srgbClr val="FEFFFF"/>
                </a:solidFill>
                <a:latin typeface="Century Gothic"/>
                <a:ea typeface="Century Gothic"/>
                <a:cs typeface="Century Gothic"/>
                <a:sym typeface="Century Gothic"/>
              </a:defRPr>
            </a:lvl3pPr>
            <a:lvl4pPr marL="0" marR="0" lvl="3" indent="0" algn="r">
              <a:lnSpc>
                <a:spcPct val="100000"/>
              </a:lnSpc>
              <a:spcBef>
                <a:spcPts val="0"/>
              </a:spcBef>
              <a:spcAft>
                <a:spcPts val="0"/>
              </a:spcAft>
              <a:buClr>
                <a:srgbClr val="000000"/>
              </a:buClr>
              <a:buSzPts val="2000"/>
              <a:buFont typeface="Arial"/>
              <a:buNone/>
              <a:defRPr sz="2000" b="0" i="0" u="none" strike="noStrike" cap="none">
                <a:solidFill>
                  <a:srgbClr val="FEFFFF"/>
                </a:solidFill>
                <a:latin typeface="Century Gothic"/>
                <a:ea typeface="Century Gothic"/>
                <a:cs typeface="Century Gothic"/>
                <a:sym typeface="Century Gothic"/>
              </a:defRPr>
            </a:lvl4pPr>
            <a:lvl5pPr marL="0" marR="0" lvl="4" indent="0" algn="r">
              <a:lnSpc>
                <a:spcPct val="100000"/>
              </a:lnSpc>
              <a:spcBef>
                <a:spcPts val="0"/>
              </a:spcBef>
              <a:spcAft>
                <a:spcPts val="0"/>
              </a:spcAft>
              <a:buClr>
                <a:srgbClr val="000000"/>
              </a:buClr>
              <a:buSzPts val="2000"/>
              <a:buFont typeface="Arial"/>
              <a:buNone/>
              <a:defRPr sz="2000" b="0" i="0" u="none" strike="noStrike" cap="none">
                <a:solidFill>
                  <a:srgbClr val="FEFFFF"/>
                </a:solidFill>
                <a:latin typeface="Century Gothic"/>
                <a:ea typeface="Century Gothic"/>
                <a:cs typeface="Century Gothic"/>
                <a:sym typeface="Century Gothic"/>
              </a:defRPr>
            </a:lvl5pPr>
            <a:lvl6pPr marL="0" marR="0" lvl="5" indent="0" algn="r">
              <a:lnSpc>
                <a:spcPct val="100000"/>
              </a:lnSpc>
              <a:spcBef>
                <a:spcPts val="0"/>
              </a:spcBef>
              <a:spcAft>
                <a:spcPts val="0"/>
              </a:spcAft>
              <a:buClr>
                <a:srgbClr val="000000"/>
              </a:buClr>
              <a:buSzPts val="2000"/>
              <a:buFont typeface="Arial"/>
              <a:buNone/>
              <a:defRPr sz="2000" b="0" i="0" u="none" strike="noStrike" cap="none">
                <a:solidFill>
                  <a:srgbClr val="FEFFFF"/>
                </a:solidFill>
                <a:latin typeface="Century Gothic"/>
                <a:ea typeface="Century Gothic"/>
                <a:cs typeface="Century Gothic"/>
                <a:sym typeface="Century Gothic"/>
              </a:defRPr>
            </a:lvl6pPr>
            <a:lvl7pPr marL="0" marR="0" lvl="6" indent="0" algn="r">
              <a:lnSpc>
                <a:spcPct val="100000"/>
              </a:lnSpc>
              <a:spcBef>
                <a:spcPts val="0"/>
              </a:spcBef>
              <a:spcAft>
                <a:spcPts val="0"/>
              </a:spcAft>
              <a:buClr>
                <a:srgbClr val="000000"/>
              </a:buClr>
              <a:buSzPts val="2000"/>
              <a:buFont typeface="Arial"/>
              <a:buNone/>
              <a:defRPr sz="2000" b="0" i="0" u="none" strike="noStrike" cap="none">
                <a:solidFill>
                  <a:srgbClr val="FEFFFF"/>
                </a:solidFill>
                <a:latin typeface="Century Gothic"/>
                <a:ea typeface="Century Gothic"/>
                <a:cs typeface="Century Gothic"/>
                <a:sym typeface="Century Gothic"/>
              </a:defRPr>
            </a:lvl7pPr>
            <a:lvl8pPr marL="0" marR="0" lvl="7" indent="0" algn="r">
              <a:lnSpc>
                <a:spcPct val="100000"/>
              </a:lnSpc>
              <a:spcBef>
                <a:spcPts val="0"/>
              </a:spcBef>
              <a:spcAft>
                <a:spcPts val="0"/>
              </a:spcAft>
              <a:buClr>
                <a:srgbClr val="000000"/>
              </a:buClr>
              <a:buSzPts val="2000"/>
              <a:buFont typeface="Arial"/>
              <a:buNone/>
              <a:defRPr sz="2000" b="0" i="0" u="none" strike="noStrike" cap="none">
                <a:solidFill>
                  <a:srgbClr val="FEFFFF"/>
                </a:solidFill>
                <a:latin typeface="Century Gothic"/>
                <a:ea typeface="Century Gothic"/>
                <a:cs typeface="Century Gothic"/>
                <a:sym typeface="Century Gothic"/>
              </a:defRPr>
            </a:lvl8pPr>
            <a:lvl9pPr marL="0" marR="0" lvl="8" indent="0" algn="r">
              <a:lnSpc>
                <a:spcPct val="100000"/>
              </a:lnSpc>
              <a:spcBef>
                <a:spcPts val="0"/>
              </a:spcBef>
              <a:spcAft>
                <a:spcPts val="0"/>
              </a:spcAft>
              <a:buClr>
                <a:srgbClr val="000000"/>
              </a:buClr>
              <a:buSzPts val="2000"/>
              <a:buFont typeface="Arial"/>
              <a:buNone/>
              <a:defRPr sz="2000" b="0" i="0" u="none" strike="noStrike" cap="none">
                <a:solidFill>
                  <a:srgbClr val="FEFFFF"/>
                </a:solidFill>
                <a:latin typeface="Century Gothic"/>
                <a:ea typeface="Century Gothic"/>
                <a:cs typeface="Century Gothic"/>
                <a:sym typeface="Century Gothic"/>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93"/>
        <p:cNvGrpSpPr/>
        <p:nvPr/>
      </p:nvGrpSpPr>
      <p:grpSpPr>
        <a:xfrm>
          <a:off x="0" y="0"/>
          <a:ext cx="0" cy="0"/>
          <a:chOff x="0" y="0"/>
          <a:chExt cx="0" cy="0"/>
        </a:xfrm>
      </p:grpSpPr>
      <p:sp>
        <p:nvSpPr>
          <p:cNvPr id="94" name="Google Shape;94;p9"/>
          <p:cNvSpPr txBox="1">
            <a:spLocks noGrp="1"/>
          </p:cNvSpPr>
          <p:nvPr>
            <p:ph type="title"/>
          </p:nvPr>
        </p:nvSpPr>
        <p:spPr>
          <a:xfrm>
            <a:off x="2589213" y="4800600"/>
            <a:ext cx="8915400" cy="566738"/>
          </a:xfrm>
          <a:prstGeom prst="rect">
            <a:avLst/>
          </a:prstGeom>
          <a:noFill/>
          <a:ln>
            <a:noFill/>
          </a:ln>
        </p:spPr>
        <p:txBody>
          <a:bodyPr spcFirstLastPara="1" wrap="square" lIns="91425" tIns="45700" rIns="91425" bIns="45700" anchor="b" anchorCtr="0">
            <a:normAutofit/>
          </a:bodyPr>
          <a:lstStyle>
            <a:lvl1pPr lvl="0" algn="l">
              <a:lnSpc>
                <a:spcPct val="100000"/>
              </a:lnSpc>
              <a:spcBef>
                <a:spcPts val="0"/>
              </a:spcBef>
              <a:spcAft>
                <a:spcPts val="0"/>
              </a:spcAft>
              <a:buClr>
                <a:srgbClr val="168DBA"/>
              </a:buClr>
              <a:buSzPts val="2400"/>
              <a:buFont typeface="Century Gothic"/>
              <a:buNone/>
              <a:defRPr sz="2400" b="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5" name="Google Shape;95;p9"/>
          <p:cNvSpPr>
            <a:spLocks noGrp="1"/>
          </p:cNvSpPr>
          <p:nvPr>
            <p:ph type="pic" idx="2"/>
          </p:nvPr>
        </p:nvSpPr>
        <p:spPr>
          <a:xfrm>
            <a:off x="2589212" y="634965"/>
            <a:ext cx="8915400" cy="3854970"/>
          </a:xfrm>
          <a:prstGeom prst="rect">
            <a:avLst/>
          </a:prstGeom>
          <a:noFill/>
          <a:ln>
            <a:noFill/>
          </a:ln>
        </p:spPr>
      </p:sp>
      <p:sp>
        <p:nvSpPr>
          <p:cNvPr id="96" name="Google Shape;96;p9"/>
          <p:cNvSpPr txBox="1">
            <a:spLocks noGrp="1"/>
          </p:cNvSpPr>
          <p:nvPr>
            <p:ph type="body" idx="1"/>
          </p:nvPr>
        </p:nvSpPr>
        <p:spPr>
          <a:xfrm>
            <a:off x="2589213" y="5367338"/>
            <a:ext cx="8915400" cy="493712"/>
          </a:xfrm>
          <a:prstGeom prst="rect">
            <a:avLst/>
          </a:prstGeom>
          <a:noFill/>
          <a:ln>
            <a:noFill/>
          </a:ln>
        </p:spPr>
        <p:txBody>
          <a:bodyPr spcFirstLastPara="1" wrap="square" lIns="91425" tIns="45700" rIns="91425" bIns="45700" anchor="t" anchorCtr="0">
            <a:normAutofit/>
          </a:bodyPr>
          <a:lstStyle>
            <a:lvl1pPr marL="457200" lvl="0" indent="-228600" algn="l">
              <a:lnSpc>
                <a:spcPct val="100000"/>
              </a:lnSpc>
              <a:spcBef>
                <a:spcPts val="1000"/>
              </a:spcBef>
              <a:spcAft>
                <a:spcPts val="0"/>
              </a:spcAft>
              <a:buSzPts val="1200"/>
              <a:buNone/>
              <a:defRPr sz="1200"/>
            </a:lvl1pPr>
            <a:lvl2pPr marL="914400" lvl="1" indent="-228600" algn="l">
              <a:lnSpc>
                <a:spcPct val="100000"/>
              </a:lnSpc>
              <a:spcBef>
                <a:spcPts val="1000"/>
              </a:spcBef>
              <a:spcAft>
                <a:spcPts val="0"/>
              </a:spcAft>
              <a:buSzPts val="1200"/>
              <a:buNone/>
              <a:defRPr sz="1200"/>
            </a:lvl2pPr>
            <a:lvl3pPr marL="1371600" lvl="2" indent="-228600" algn="l">
              <a:lnSpc>
                <a:spcPct val="100000"/>
              </a:lnSpc>
              <a:spcBef>
                <a:spcPts val="1000"/>
              </a:spcBef>
              <a:spcAft>
                <a:spcPts val="0"/>
              </a:spcAft>
              <a:buSzPts val="1000"/>
              <a:buNone/>
              <a:defRPr sz="1000"/>
            </a:lvl3pPr>
            <a:lvl4pPr marL="1828800" lvl="3" indent="-228600" algn="l">
              <a:lnSpc>
                <a:spcPct val="100000"/>
              </a:lnSpc>
              <a:spcBef>
                <a:spcPts val="1000"/>
              </a:spcBef>
              <a:spcAft>
                <a:spcPts val="0"/>
              </a:spcAft>
              <a:buSzPts val="900"/>
              <a:buNone/>
              <a:defRPr sz="900"/>
            </a:lvl4pPr>
            <a:lvl5pPr marL="2286000" lvl="4" indent="-228600" algn="l">
              <a:lnSpc>
                <a:spcPct val="100000"/>
              </a:lnSpc>
              <a:spcBef>
                <a:spcPts val="1000"/>
              </a:spcBef>
              <a:spcAft>
                <a:spcPts val="0"/>
              </a:spcAft>
              <a:buSzPts val="900"/>
              <a:buNone/>
              <a:defRPr sz="900"/>
            </a:lvl5pPr>
            <a:lvl6pPr marL="2743200" lvl="5" indent="-228600" algn="l">
              <a:lnSpc>
                <a:spcPct val="100000"/>
              </a:lnSpc>
              <a:spcBef>
                <a:spcPts val="1000"/>
              </a:spcBef>
              <a:spcAft>
                <a:spcPts val="0"/>
              </a:spcAft>
              <a:buSzPts val="900"/>
              <a:buNone/>
              <a:defRPr sz="900"/>
            </a:lvl6pPr>
            <a:lvl7pPr marL="3200400" lvl="6" indent="-228600" algn="l">
              <a:lnSpc>
                <a:spcPct val="100000"/>
              </a:lnSpc>
              <a:spcBef>
                <a:spcPts val="1000"/>
              </a:spcBef>
              <a:spcAft>
                <a:spcPts val="0"/>
              </a:spcAft>
              <a:buSzPts val="900"/>
              <a:buNone/>
              <a:defRPr sz="900"/>
            </a:lvl7pPr>
            <a:lvl8pPr marL="3657600" lvl="7" indent="-228600" algn="l">
              <a:lnSpc>
                <a:spcPct val="100000"/>
              </a:lnSpc>
              <a:spcBef>
                <a:spcPts val="1000"/>
              </a:spcBef>
              <a:spcAft>
                <a:spcPts val="0"/>
              </a:spcAft>
              <a:buSzPts val="900"/>
              <a:buNone/>
              <a:defRPr sz="900"/>
            </a:lvl8pPr>
            <a:lvl9pPr marL="4114800" lvl="8" indent="-228600" algn="l">
              <a:lnSpc>
                <a:spcPct val="100000"/>
              </a:lnSpc>
              <a:spcBef>
                <a:spcPts val="1000"/>
              </a:spcBef>
              <a:spcAft>
                <a:spcPts val="0"/>
              </a:spcAft>
              <a:buSzPts val="900"/>
              <a:buNone/>
              <a:defRPr sz="900"/>
            </a:lvl9pPr>
          </a:lstStyle>
          <a:p>
            <a:endParaRPr/>
          </a:p>
        </p:txBody>
      </p:sp>
      <p:sp>
        <p:nvSpPr>
          <p:cNvPr id="97" name="Google Shape;97;p9"/>
          <p:cNvSpPr txBox="1">
            <a:spLocks noGrp="1"/>
          </p:cNvSpPr>
          <p:nvPr>
            <p:ph type="dt" idx="10"/>
          </p:nvPr>
        </p:nvSpPr>
        <p:spPr>
          <a:xfrm>
            <a:off x="10361612" y="6130437"/>
            <a:ext cx="1146283" cy="370396"/>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8" name="Google Shape;98;p9"/>
          <p:cNvSpPr txBox="1">
            <a:spLocks noGrp="1"/>
          </p:cNvSpPr>
          <p:nvPr>
            <p:ph type="ftr" idx="11"/>
          </p:nvPr>
        </p:nvSpPr>
        <p:spPr>
          <a:xfrm>
            <a:off x="2589212" y="6135808"/>
            <a:ext cx="7619999"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9" name="Google Shape;99;p9"/>
          <p:cNvSpPr/>
          <p:nvPr/>
        </p:nvSpPr>
        <p:spPr>
          <a:xfrm rot="10800000" flipH="1">
            <a:off x="-4189" y="4911725"/>
            <a:ext cx="1588527" cy="507297"/>
          </a:xfrm>
          <a:custGeom>
            <a:avLst/>
            <a:gdLst/>
            <a:ahLst/>
            <a:cxnLst/>
            <a:rect l="l" t="t" r="r" b="b"/>
            <a:pathLst>
              <a:path w="9248" h="10000" extrusionOk="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00" name="Google Shape;100;p9"/>
          <p:cNvSpPr txBox="1">
            <a:spLocks noGrp="1"/>
          </p:cNvSpPr>
          <p:nvPr>
            <p:ph type="sldNum" idx="12"/>
          </p:nvPr>
        </p:nvSpPr>
        <p:spPr>
          <a:xfrm>
            <a:off x="531812" y="4983087"/>
            <a:ext cx="779767"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2000"/>
              <a:buFont typeface="Arial"/>
              <a:buNone/>
              <a:defRPr sz="2000" b="0" i="0" u="none" strike="noStrike" cap="none">
                <a:solidFill>
                  <a:srgbClr val="FEFFFF"/>
                </a:solidFill>
                <a:latin typeface="Century Gothic"/>
                <a:ea typeface="Century Gothic"/>
                <a:cs typeface="Century Gothic"/>
                <a:sym typeface="Century Gothic"/>
              </a:defRPr>
            </a:lvl1pPr>
            <a:lvl2pPr marL="0" marR="0" lvl="1" indent="0" algn="r">
              <a:lnSpc>
                <a:spcPct val="100000"/>
              </a:lnSpc>
              <a:spcBef>
                <a:spcPts val="0"/>
              </a:spcBef>
              <a:spcAft>
                <a:spcPts val="0"/>
              </a:spcAft>
              <a:buClr>
                <a:srgbClr val="000000"/>
              </a:buClr>
              <a:buSzPts val="2000"/>
              <a:buFont typeface="Arial"/>
              <a:buNone/>
              <a:defRPr sz="2000" b="0" i="0" u="none" strike="noStrike" cap="none">
                <a:solidFill>
                  <a:srgbClr val="FEFFFF"/>
                </a:solidFill>
                <a:latin typeface="Century Gothic"/>
                <a:ea typeface="Century Gothic"/>
                <a:cs typeface="Century Gothic"/>
                <a:sym typeface="Century Gothic"/>
              </a:defRPr>
            </a:lvl2pPr>
            <a:lvl3pPr marL="0" marR="0" lvl="2" indent="0" algn="r">
              <a:lnSpc>
                <a:spcPct val="100000"/>
              </a:lnSpc>
              <a:spcBef>
                <a:spcPts val="0"/>
              </a:spcBef>
              <a:spcAft>
                <a:spcPts val="0"/>
              </a:spcAft>
              <a:buClr>
                <a:srgbClr val="000000"/>
              </a:buClr>
              <a:buSzPts val="2000"/>
              <a:buFont typeface="Arial"/>
              <a:buNone/>
              <a:defRPr sz="2000" b="0" i="0" u="none" strike="noStrike" cap="none">
                <a:solidFill>
                  <a:srgbClr val="FEFFFF"/>
                </a:solidFill>
                <a:latin typeface="Century Gothic"/>
                <a:ea typeface="Century Gothic"/>
                <a:cs typeface="Century Gothic"/>
                <a:sym typeface="Century Gothic"/>
              </a:defRPr>
            </a:lvl3pPr>
            <a:lvl4pPr marL="0" marR="0" lvl="3" indent="0" algn="r">
              <a:lnSpc>
                <a:spcPct val="100000"/>
              </a:lnSpc>
              <a:spcBef>
                <a:spcPts val="0"/>
              </a:spcBef>
              <a:spcAft>
                <a:spcPts val="0"/>
              </a:spcAft>
              <a:buClr>
                <a:srgbClr val="000000"/>
              </a:buClr>
              <a:buSzPts val="2000"/>
              <a:buFont typeface="Arial"/>
              <a:buNone/>
              <a:defRPr sz="2000" b="0" i="0" u="none" strike="noStrike" cap="none">
                <a:solidFill>
                  <a:srgbClr val="FEFFFF"/>
                </a:solidFill>
                <a:latin typeface="Century Gothic"/>
                <a:ea typeface="Century Gothic"/>
                <a:cs typeface="Century Gothic"/>
                <a:sym typeface="Century Gothic"/>
              </a:defRPr>
            </a:lvl4pPr>
            <a:lvl5pPr marL="0" marR="0" lvl="4" indent="0" algn="r">
              <a:lnSpc>
                <a:spcPct val="100000"/>
              </a:lnSpc>
              <a:spcBef>
                <a:spcPts val="0"/>
              </a:spcBef>
              <a:spcAft>
                <a:spcPts val="0"/>
              </a:spcAft>
              <a:buClr>
                <a:srgbClr val="000000"/>
              </a:buClr>
              <a:buSzPts val="2000"/>
              <a:buFont typeface="Arial"/>
              <a:buNone/>
              <a:defRPr sz="2000" b="0" i="0" u="none" strike="noStrike" cap="none">
                <a:solidFill>
                  <a:srgbClr val="FEFFFF"/>
                </a:solidFill>
                <a:latin typeface="Century Gothic"/>
                <a:ea typeface="Century Gothic"/>
                <a:cs typeface="Century Gothic"/>
                <a:sym typeface="Century Gothic"/>
              </a:defRPr>
            </a:lvl5pPr>
            <a:lvl6pPr marL="0" marR="0" lvl="5" indent="0" algn="r">
              <a:lnSpc>
                <a:spcPct val="100000"/>
              </a:lnSpc>
              <a:spcBef>
                <a:spcPts val="0"/>
              </a:spcBef>
              <a:spcAft>
                <a:spcPts val="0"/>
              </a:spcAft>
              <a:buClr>
                <a:srgbClr val="000000"/>
              </a:buClr>
              <a:buSzPts val="2000"/>
              <a:buFont typeface="Arial"/>
              <a:buNone/>
              <a:defRPr sz="2000" b="0" i="0" u="none" strike="noStrike" cap="none">
                <a:solidFill>
                  <a:srgbClr val="FEFFFF"/>
                </a:solidFill>
                <a:latin typeface="Century Gothic"/>
                <a:ea typeface="Century Gothic"/>
                <a:cs typeface="Century Gothic"/>
                <a:sym typeface="Century Gothic"/>
              </a:defRPr>
            </a:lvl6pPr>
            <a:lvl7pPr marL="0" marR="0" lvl="6" indent="0" algn="r">
              <a:lnSpc>
                <a:spcPct val="100000"/>
              </a:lnSpc>
              <a:spcBef>
                <a:spcPts val="0"/>
              </a:spcBef>
              <a:spcAft>
                <a:spcPts val="0"/>
              </a:spcAft>
              <a:buClr>
                <a:srgbClr val="000000"/>
              </a:buClr>
              <a:buSzPts val="2000"/>
              <a:buFont typeface="Arial"/>
              <a:buNone/>
              <a:defRPr sz="2000" b="0" i="0" u="none" strike="noStrike" cap="none">
                <a:solidFill>
                  <a:srgbClr val="FEFFFF"/>
                </a:solidFill>
                <a:latin typeface="Century Gothic"/>
                <a:ea typeface="Century Gothic"/>
                <a:cs typeface="Century Gothic"/>
                <a:sym typeface="Century Gothic"/>
              </a:defRPr>
            </a:lvl7pPr>
            <a:lvl8pPr marL="0" marR="0" lvl="7" indent="0" algn="r">
              <a:lnSpc>
                <a:spcPct val="100000"/>
              </a:lnSpc>
              <a:spcBef>
                <a:spcPts val="0"/>
              </a:spcBef>
              <a:spcAft>
                <a:spcPts val="0"/>
              </a:spcAft>
              <a:buClr>
                <a:srgbClr val="000000"/>
              </a:buClr>
              <a:buSzPts val="2000"/>
              <a:buFont typeface="Arial"/>
              <a:buNone/>
              <a:defRPr sz="2000" b="0" i="0" u="none" strike="noStrike" cap="none">
                <a:solidFill>
                  <a:srgbClr val="FEFFFF"/>
                </a:solidFill>
                <a:latin typeface="Century Gothic"/>
                <a:ea typeface="Century Gothic"/>
                <a:cs typeface="Century Gothic"/>
                <a:sym typeface="Century Gothic"/>
              </a:defRPr>
            </a:lvl8pPr>
            <a:lvl9pPr marL="0" marR="0" lvl="8" indent="0" algn="r">
              <a:lnSpc>
                <a:spcPct val="100000"/>
              </a:lnSpc>
              <a:spcBef>
                <a:spcPts val="0"/>
              </a:spcBef>
              <a:spcAft>
                <a:spcPts val="0"/>
              </a:spcAft>
              <a:buClr>
                <a:srgbClr val="000000"/>
              </a:buClr>
              <a:buSzPts val="2000"/>
              <a:buFont typeface="Arial"/>
              <a:buNone/>
              <a:defRPr sz="2000" b="0" i="0" u="none" strike="noStrike" cap="none">
                <a:solidFill>
                  <a:srgbClr val="FEFFFF"/>
                </a:solidFill>
                <a:latin typeface="Century Gothic"/>
                <a:ea typeface="Century Gothic"/>
                <a:cs typeface="Century Gothic"/>
                <a:sym typeface="Century Gothic"/>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and Caption">
  <p:cSld name="Title and Caption">
    <p:spTree>
      <p:nvGrpSpPr>
        <p:cNvPr id="1" name="Shape 101"/>
        <p:cNvGrpSpPr/>
        <p:nvPr/>
      </p:nvGrpSpPr>
      <p:grpSpPr>
        <a:xfrm>
          <a:off x="0" y="0"/>
          <a:ext cx="0" cy="0"/>
          <a:chOff x="0" y="0"/>
          <a:chExt cx="0" cy="0"/>
        </a:xfrm>
      </p:grpSpPr>
      <p:sp>
        <p:nvSpPr>
          <p:cNvPr id="102" name="Google Shape;102;p10"/>
          <p:cNvSpPr txBox="1">
            <a:spLocks noGrp="1"/>
          </p:cNvSpPr>
          <p:nvPr>
            <p:ph type="title"/>
          </p:nvPr>
        </p:nvSpPr>
        <p:spPr>
          <a:xfrm>
            <a:off x="2589212" y="609600"/>
            <a:ext cx="8915399" cy="3117040"/>
          </a:xfrm>
          <a:prstGeom prst="rect">
            <a:avLst/>
          </a:prstGeom>
          <a:noFill/>
          <a:ln>
            <a:noFill/>
          </a:ln>
        </p:spPr>
        <p:txBody>
          <a:bodyPr spcFirstLastPara="1" wrap="square" lIns="91425" tIns="45700" rIns="91425" bIns="45700" anchor="ctr" anchorCtr="0">
            <a:normAutofit/>
          </a:bodyPr>
          <a:lstStyle>
            <a:lvl1pPr lvl="0" algn="l">
              <a:lnSpc>
                <a:spcPct val="100000"/>
              </a:lnSpc>
              <a:spcBef>
                <a:spcPts val="0"/>
              </a:spcBef>
              <a:spcAft>
                <a:spcPts val="0"/>
              </a:spcAft>
              <a:buClr>
                <a:srgbClr val="168DBA"/>
              </a:buClr>
              <a:buSzPts val="4800"/>
              <a:buFont typeface="Century Gothic"/>
              <a:buNone/>
              <a:defRPr sz="4800" b="0" cap="none"/>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03" name="Google Shape;103;p10"/>
          <p:cNvSpPr txBox="1">
            <a:spLocks noGrp="1"/>
          </p:cNvSpPr>
          <p:nvPr>
            <p:ph type="body" idx="1"/>
          </p:nvPr>
        </p:nvSpPr>
        <p:spPr>
          <a:xfrm>
            <a:off x="2589212" y="4354046"/>
            <a:ext cx="8915399" cy="1555864"/>
          </a:xfrm>
          <a:prstGeom prst="rect">
            <a:avLst/>
          </a:prstGeom>
          <a:noFill/>
          <a:ln>
            <a:noFill/>
          </a:ln>
        </p:spPr>
        <p:txBody>
          <a:bodyPr spcFirstLastPara="1" wrap="square" lIns="91425" tIns="45700" rIns="91425" bIns="45700" anchor="ctr" anchorCtr="0">
            <a:normAutofit/>
          </a:bodyPr>
          <a:lstStyle>
            <a:lvl1pPr marL="457200" lvl="0" indent="-228600" algn="l">
              <a:lnSpc>
                <a:spcPct val="100000"/>
              </a:lnSpc>
              <a:spcBef>
                <a:spcPts val="1000"/>
              </a:spcBef>
              <a:spcAft>
                <a:spcPts val="0"/>
              </a:spcAft>
              <a:buSzPts val="1800"/>
              <a:buNone/>
              <a:defRPr sz="1800">
                <a:solidFill>
                  <a:srgbClr val="595959"/>
                </a:solidFill>
              </a:defRPr>
            </a:lvl1pPr>
            <a:lvl2pPr marL="914400" lvl="1" indent="-228600" algn="l">
              <a:lnSpc>
                <a:spcPct val="100000"/>
              </a:lnSpc>
              <a:spcBef>
                <a:spcPts val="1000"/>
              </a:spcBef>
              <a:spcAft>
                <a:spcPts val="0"/>
              </a:spcAft>
              <a:buSzPts val="1800"/>
              <a:buNone/>
              <a:defRPr sz="1800">
                <a:solidFill>
                  <a:srgbClr val="888888"/>
                </a:solidFill>
              </a:defRPr>
            </a:lvl2pPr>
            <a:lvl3pPr marL="1371600" lvl="2" indent="-228600" algn="l">
              <a:lnSpc>
                <a:spcPct val="100000"/>
              </a:lnSpc>
              <a:spcBef>
                <a:spcPts val="1000"/>
              </a:spcBef>
              <a:spcAft>
                <a:spcPts val="0"/>
              </a:spcAft>
              <a:buSzPts val="1600"/>
              <a:buNone/>
              <a:defRPr sz="1600">
                <a:solidFill>
                  <a:srgbClr val="888888"/>
                </a:solidFill>
              </a:defRPr>
            </a:lvl3pPr>
            <a:lvl4pPr marL="1828800" lvl="3" indent="-228600" algn="l">
              <a:lnSpc>
                <a:spcPct val="100000"/>
              </a:lnSpc>
              <a:spcBef>
                <a:spcPts val="1000"/>
              </a:spcBef>
              <a:spcAft>
                <a:spcPts val="0"/>
              </a:spcAft>
              <a:buSzPts val="1400"/>
              <a:buNone/>
              <a:defRPr sz="1400">
                <a:solidFill>
                  <a:srgbClr val="888888"/>
                </a:solidFill>
              </a:defRPr>
            </a:lvl4pPr>
            <a:lvl5pPr marL="2286000" lvl="4" indent="-228600" algn="l">
              <a:lnSpc>
                <a:spcPct val="100000"/>
              </a:lnSpc>
              <a:spcBef>
                <a:spcPts val="1000"/>
              </a:spcBef>
              <a:spcAft>
                <a:spcPts val="0"/>
              </a:spcAft>
              <a:buSzPts val="1400"/>
              <a:buNone/>
              <a:defRPr sz="1400">
                <a:solidFill>
                  <a:srgbClr val="888888"/>
                </a:solidFill>
              </a:defRPr>
            </a:lvl5pPr>
            <a:lvl6pPr marL="2743200" lvl="5" indent="-228600" algn="l">
              <a:lnSpc>
                <a:spcPct val="100000"/>
              </a:lnSpc>
              <a:spcBef>
                <a:spcPts val="1000"/>
              </a:spcBef>
              <a:spcAft>
                <a:spcPts val="0"/>
              </a:spcAft>
              <a:buSzPts val="1400"/>
              <a:buNone/>
              <a:defRPr sz="1400">
                <a:solidFill>
                  <a:srgbClr val="888888"/>
                </a:solidFill>
              </a:defRPr>
            </a:lvl6pPr>
            <a:lvl7pPr marL="3200400" lvl="6" indent="-228600" algn="l">
              <a:lnSpc>
                <a:spcPct val="100000"/>
              </a:lnSpc>
              <a:spcBef>
                <a:spcPts val="1000"/>
              </a:spcBef>
              <a:spcAft>
                <a:spcPts val="0"/>
              </a:spcAft>
              <a:buSzPts val="1400"/>
              <a:buNone/>
              <a:defRPr sz="1400">
                <a:solidFill>
                  <a:srgbClr val="888888"/>
                </a:solidFill>
              </a:defRPr>
            </a:lvl7pPr>
            <a:lvl8pPr marL="3657600" lvl="7" indent="-228600" algn="l">
              <a:lnSpc>
                <a:spcPct val="100000"/>
              </a:lnSpc>
              <a:spcBef>
                <a:spcPts val="1000"/>
              </a:spcBef>
              <a:spcAft>
                <a:spcPts val="0"/>
              </a:spcAft>
              <a:buSzPts val="1400"/>
              <a:buNone/>
              <a:defRPr sz="1400">
                <a:solidFill>
                  <a:srgbClr val="888888"/>
                </a:solidFill>
              </a:defRPr>
            </a:lvl8pPr>
            <a:lvl9pPr marL="4114800" lvl="8" indent="-228600" algn="l">
              <a:lnSpc>
                <a:spcPct val="100000"/>
              </a:lnSpc>
              <a:spcBef>
                <a:spcPts val="1000"/>
              </a:spcBef>
              <a:spcAft>
                <a:spcPts val="0"/>
              </a:spcAft>
              <a:buSzPts val="1400"/>
              <a:buNone/>
              <a:defRPr sz="1400">
                <a:solidFill>
                  <a:srgbClr val="888888"/>
                </a:solidFill>
              </a:defRPr>
            </a:lvl9pPr>
          </a:lstStyle>
          <a:p>
            <a:endParaRPr/>
          </a:p>
        </p:txBody>
      </p:sp>
      <p:sp>
        <p:nvSpPr>
          <p:cNvPr id="104" name="Google Shape;104;p10"/>
          <p:cNvSpPr txBox="1">
            <a:spLocks noGrp="1"/>
          </p:cNvSpPr>
          <p:nvPr>
            <p:ph type="dt" idx="10"/>
          </p:nvPr>
        </p:nvSpPr>
        <p:spPr>
          <a:xfrm>
            <a:off x="10361612" y="6130437"/>
            <a:ext cx="1146283" cy="370396"/>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05" name="Google Shape;105;p10"/>
          <p:cNvSpPr txBox="1">
            <a:spLocks noGrp="1"/>
          </p:cNvSpPr>
          <p:nvPr>
            <p:ph type="ftr" idx="11"/>
          </p:nvPr>
        </p:nvSpPr>
        <p:spPr>
          <a:xfrm>
            <a:off x="2589212" y="6135808"/>
            <a:ext cx="7619999"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06" name="Google Shape;106;p10"/>
          <p:cNvSpPr/>
          <p:nvPr/>
        </p:nvSpPr>
        <p:spPr>
          <a:xfrm rot="10800000" flipH="1">
            <a:off x="-4189" y="3178175"/>
            <a:ext cx="1588527" cy="507297"/>
          </a:xfrm>
          <a:custGeom>
            <a:avLst/>
            <a:gdLst/>
            <a:ahLst/>
            <a:cxnLst/>
            <a:rect l="l" t="t" r="r" b="b"/>
            <a:pathLst>
              <a:path w="9248" h="10000" extrusionOk="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07" name="Google Shape;107;p10"/>
          <p:cNvSpPr txBox="1">
            <a:spLocks noGrp="1"/>
          </p:cNvSpPr>
          <p:nvPr>
            <p:ph type="sldNum" idx="12"/>
          </p:nvPr>
        </p:nvSpPr>
        <p:spPr>
          <a:xfrm>
            <a:off x="531812" y="3244139"/>
            <a:ext cx="779767"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2000"/>
              <a:buFont typeface="Arial"/>
              <a:buNone/>
              <a:defRPr sz="2000" b="0" i="0" u="none" strike="noStrike" cap="none">
                <a:solidFill>
                  <a:srgbClr val="FEFFFF"/>
                </a:solidFill>
                <a:latin typeface="Century Gothic"/>
                <a:ea typeface="Century Gothic"/>
                <a:cs typeface="Century Gothic"/>
                <a:sym typeface="Century Gothic"/>
              </a:defRPr>
            </a:lvl1pPr>
            <a:lvl2pPr marL="0" marR="0" lvl="1" indent="0" algn="r">
              <a:lnSpc>
                <a:spcPct val="100000"/>
              </a:lnSpc>
              <a:spcBef>
                <a:spcPts val="0"/>
              </a:spcBef>
              <a:spcAft>
                <a:spcPts val="0"/>
              </a:spcAft>
              <a:buClr>
                <a:srgbClr val="000000"/>
              </a:buClr>
              <a:buSzPts val="2000"/>
              <a:buFont typeface="Arial"/>
              <a:buNone/>
              <a:defRPr sz="2000" b="0" i="0" u="none" strike="noStrike" cap="none">
                <a:solidFill>
                  <a:srgbClr val="FEFFFF"/>
                </a:solidFill>
                <a:latin typeface="Century Gothic"/>
                <a:ea typeface="Century Gothic"/>
                <a:cs typeface="Century Gothic"/>
                <a:sym typeface="Century Gothic"/>
              </a:defRPr>
            </a:lvl2pPr>
            <a:lvl3pPr marL="0" marR="0" lvl="2" indent="0" algn="r">
              <a:lnSpc>
                <a:spcPct val="100000"/>
              </a:lnSpc>
              <a:spcBef>
                <a:spcPts val="0"/>
              </a:spcBef>
              <a:spcAft>
                <a:spcPts val="0"/>
              </a:spcAft>
              <a:buClr>
                <a:srgbClr val="000000"/>
              </a:buClr>
              <a:buSzPts val="2000"/>
              <a:buFont typeface="Arial"/>
              <a:buNone/>
              <a:defRPr sz="2000" b="0" i="0" u="none" strike="noStrike" cap="none">
                <a:solidFill>
                  <a:srgbClr val="FEFFFF"/>
                </a:solidFill>
                <a:latin typeface="Century Gothic"/>
                <a:ea typeface="Century Gothic"/>
                <a:cs typeface="Century Gothic"/>
                <a:sym typeface="Century Gothic"/>
              </a:defRPr>
            </a:lvl3pPr>
            <a:lvl4pPr marL="0" marR="0" lvl="3" indent="0" algn="r">
              <a:lnSpc>
                <a:spcPct val="100000"/>
              </a:lnSpc>
              <a:spcBef>
                <a:spcPts val="0"/>
              </a:spcBef>
              <a:spcAft>
                <a:spcPts val="0"/>
              </a:spcAft>
              <a:buClr>
                <a:srgbClr val="000000"/>
              </a:buClr>
              <a:buSzPts val="2000"/>
              <a:buFont typeface="Arial"/>
              <a:buNone/>
              <a:defRPr sz="2000" b="0" i="0" u="none" strike="noStrike" cap="none">
                <a:solidFill>
                  <a:srgbClr val="FEFFFF"/>
                </a:solidFill>
                <a:latin typeface="Century Gothic"/>
                <a:ea typeface="Century Gothic"/>
                <a:cs typeface="Century Gothic"/>
                <a:sym typeface="Century Gothic"/>
              </a:defRPr>
            </a:lvl4pPr>
            <a:lvl5pPr marL="0" marR="0" lvl="4" indent="0" algn="r">
              <a:lnSpc>
                <a:spcPct val="100000"/>
              </a:lnSpc>
              <a:spcBef>
                <a:spcPts val="0"/>
              </a:spcBef>
              <a:spcAft>
                <a:spcPts val="0"/>
              </a:spcAft>
              <a:buClr>
                <a:srgbClr val="000000"/>
              </a:buClr>
              <a:buSzPts val="2000"/>
              <a:buFont typeface="Arial"/>
              <a:buNone/>
              <a:defRPr sz="2000" b="0" i="0" u="none" strike="noStrike" cap="none">
                <a:solidFill>
                  <a:srgbClr val="FEFFFF"/>
                </a:solidFill>
                <a:latin typeface="Century Gothic"/>
                <a:ea typeface="Century Gothic"/>
                <a:cs typeface="Century Gothic"/>
                <a:sym typeface="Century Gothic"/>
              </a:defRPr>
            </a:lvl5pPr>
            <a:lvl6pPr marL="0" marR="0" lvl="5" indent="0" algn="r">
              <a:lnSpc>
                <a:spcPct val="100000"/>
              </a:lnSpc>
              <a:spcBef>
                <a:spcPts val="0"/>
              </a:spcBef>
              <a:spcAft>
                <a:spcPts val="0"/>
              </a:spcAft>
              <a:buClr>
                <a:srgbClr val="000000"/>
              </a:buClr>
              <a:buSzPts val="2000"/>
              <a:buFont typeface="Arial"/>
              <a:buNone/>
              <a:defRPr sz="2000" b="0" i="0" u="none" strike="noStrike" cap="none">
                <a:solidFill>
                  <a:srgbClr val="FEFFFF"/>
                </a:solidFill>
                <a:latin typeface="Century Gothic"/>
                <a:ea typeface="Century Gothic"/>
                <a:cs typeface="Century Gothic"/>
                <a:sym typeface="Century Gothic"/>
              </a:defRPr>
            </a:lvl6pPr>
            <a:lvl7pPr marL="0" marR="0" lvl="6" indent="0" algn="r">
              <a:lnSpc>
                <a:spcPct val="100000"/>
              </a:lnSpc>
              <a:spcBef>
                <a:spcPts val="0"/>
              </a:spcBef>
              <a:spcAft>
                <a:spcPts val="0"/>
              </a:spcAft>
              <a:buClr>
                <a:srgbClr val="000000"/>
              </a:buClr>
              <a:buSzPts val="2000"/>
              <a:buFont typeface="Arial"/>
              <a:buNone/>
              <a:defRPr sz="2000" b="0" i="0" u="none" strike="noStrike" cap="none">
                <a:solidFill>
                  <a:srgbClr val="FEFFFF"/>
                </a:solidFill>
                <a:latin typeface="Century Gothic"/>
                <a:ea typeface="Century Gothic"/>
                <a:cs typeface="Century Gothic"/>
                <a:sym typeface="Century Gothic"/>
              </a:defRPr>
            </a:lvl7pPr>
            <a:lvl8pPr marL="0" marR="0" lvl="7" indent="0" algn="r">
              <a:lnSpc>
                <a:spcPct val="100000"/>
              </a:lnSpc>
              <a:spcBef>
                <a:spcPts val="0"/>
              </a:spcBef>
              <a:spcAft>
                <a:spcPts val="0"/>
              </a:spcAft>
              <a:buClr>
                <a:srgbClr val="000000"/>
              </a:buClr>
              <a:buSzPts val="2000"/>
              <a:buFont typeface="Arial"/>
              <a:buNone/>
              <a:defRPr sz="2000" b="0" i="0" u="none" strike="noStrike" cap="none">
                <a:solidFill>
                  <a:srgbClr val="FEFFFF"/>
                </a:solidFill>
                <a:latin typeface="Century Gothic"/>
                <a:ea typeface="Century Gothic"/>
                <a:cs typeface="Century Gothic"/>
                <a:sym typeface="Century Gothic"/>
              </a:defRPr>
            </a:lvl8pPr>
            <a:lvl9pPr marL="0" marR="0" lvl="8" indent="0" algn="r">
              <a:lnSpc>
                <a:spcPct val="100000"/>
              </a:lnSpc>
              <a:spcBef>
                <a:spcPts val="0"/>
              </a:spcBef>
              <a:spcAft>
                <a:spcPts val="0"/>
              </a:spcAft>
              <a:buClr>
                <a:srgbClr val="000000"/>
              </a:buClr>
              <a:buSzPts val="2000"/>
              <a:buFont typeface="Arial"/>
              <a:buNone/>
              <a:defRPr sz="2000" b="0" i="0" u="none" strike="noStrike" cap="none">
                <a:solidFill>
                  <a:srgbClr val="FEFFFF"/>
                </a:solidFill>
                <a:latin typeface="Century Gothic"/>
                <a:ea typeface="Century Gothic"/>
                <a:cs typeface="Century Gothic"/>
                <a:sym typeface="Century Gothic"/>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Quote with Caption">
  <p:cSld name="Quote with Caption">
    <p:spTree>
      <p:nvGrpSpPr>
        <p:cNvPr id="1" name="Shape 108"/>
        <p:cNvGrpSpPr/>
        <p:nvPr/>
      </p:nvGrpSpPr>
      <p:grpSpPr>
        <a:xfrm>
          <a:off x="0" y="0"/>
          <a:ext cx="0" cy="0"/>
          <a:chOff x="0" y="0"/>
          <a:chExt cx="0" cy="0"/>
        </a:xfrm>
      </p:grpSpPr>
      <p:sp>
        <p:nvSpPr>
          <p:cNvPr id="109" name="Google Shape;109;p11"/>
          <p:cNvSpPr txBox="1">
            <a:spLocks noGrp="1"/>
          </p:cNvSpPr>
          <p:nvPr>
            <p:ph type="title"/>
          </p:nvPr>
        </p:nvSpPr>
        <p:spPr>
          <a:xfrm>
            <a:off x="2849949" y="609600"/>
            <a:ext cx="8393926" cy="2895600"/>
          </a:xfrm>
          <a:prstGeom prst="rect">
            <a:avLst/>
          </a:prstGeom>
          <a:noFill/>
          <a:ln>
            <a:noFill/>
          </a:ln>
        </p:spPr>
        <p:txBody>
          <a:bodyPr spcFirstLastPara="1" wrap="square" lIns="91425" tIns="45700" rIns="91425" bIns="45700" anchor="ctr" anchorCtr="0">
            <a:normAutofit/>
          </a:bodyPr>
          <a:lstStyle>
            <a:lvl1pPr lvl="0" algn="l">
              <a:lnSpc>
                <a:spcPct val="100000"/>
              </a:lnSpc>
              <a:spcBef>
                <a:spcPts val="0"/>
              </a:spcBef>
              <a:spcAft>
                <a:spcPts val="0"/>
              </a:spcAft>
              <a:buClr>
                <a:srgbClr val="168DBA"/>
              </a:buClr>
              <a:buSzPts val="4800"/>
              <a:buFont typeface="Century Gothic"/>
              <a:buNone/>
              <a:defRPr sz="4800" b="0" cap="none"/>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10" name="Google Shape;110;p11"/>
          <p:cNvSpPr txBox="1">
            <a:spLocks noGrp="1"/>
          </p:cNvSpPr>
          <p:nvPr>
            <p:ph type="body" idx="1"/>
          </p:nvPr>
        </p:nvSpPr>
        <p:spPr>
          <a:xfrm>
            <a:off x="3275012" y="3505200"/>
            <a:ext cx="7536554" cy="381000"/>
          </a:xfrm>
          <a:prstGeom prst="rect">
            <a:avLst/>
          </a:prstGeom>
          <a:noFill/>
          <a:ln>
            <a:noFill/>
          </a:ln>
        </p:spPr>
        <p:txBody>
          <a:bodyPr spcFirstLastPara="1" wrap="square" lIns="91425" tIns="45700" rIns="91425" bIns="45700" anchor="ctr" anchorCtr="0">
            <a:noAutofit/>
          </a:bodyPr>
          <a:lstStyle>
            <a:lvl1pPr marL="457200" lvl="0" indent="-228600" algn="l">
              <a:lnSpc>
                <a:spcPct val="100000"/>
              </a:lnSpc>
              <a:spcBef>
                <a:spcPts val="1000"/>
              </a:spcBef>
              <a:spcAft>
                <a:spcPts val="0"/>
              </a:spcAft>
              <a:buSzPts val="1600"/>
              <a:buFont typeface="Century Gothic"/>
              <a:buNone/>
              <a:defRPr sz="1600">
                <a:solidFill>
                  <a:srgbClr val="7F7F7F"/>
                </a:solidFill>
              </a:defRPr>
            </a:lvl1pPr>
            <a:lvl2pPr marL="914400" lvl="1" indent="-228600" algn="l">
              <a:lnSpc>
                <a:spcPct val="100000"/>
              </a:lnSpc>
              <a:spcBef>
                <a:spcPts val="1000"/>
              </a:spcBef>
              <a:spcAft>
                <a:spcPts val="0"/>
              </a:spcAft>
              <a:buSzPts val="1600"/>
              <a:buFont typeface="Century Gothic"/>
              <a:buNone/>
              <a:defRPr/>
            </a:lvl2pPr>
            <a:lvl3pPr marL="1371600" lvl="2" indent="-228600" algn="l">
              <a:lnSpc>
                <a:spcPct val="100000"/>
              </a:lnSpc>
              <a:spcBef>
                <a:spcPts val="1000"/>
              </a:spcBef>
              <a:spcAft>
                <a:spcPts val="0"/>
              </a:spcAft>
              <a:buSzPts val="1400"/>
              <a:buFont typeface="Century Gothic"/>
              <a:buNone/>
              <a:defRPr/>
            </a:lvl3pPr>
            <a:lvl4pPr marL="1828800" lvl="3" indent="-228600" algn="l">
              <a:lnSpc>
                <a:spcPct val="100000"/>
              </a:lnSpc>
              <a:spcBef>
                <a:spcPts val="1000"/>
              </a:spcBef>
              <a:spcAft>
                <a:spcPts val="0"/>
              </a:spcAft>
              <a:buSzPts val="1200"/>
              <a:buFont typeface="Century Gothic"/>
              <a:buNone/>
              <a:defRPr/>
            </a:lvl4pPr>
            <a:lvl5pPr marL="2286000" lvl="4" indent="-228600" algn="l">
              <a:lnSpc>
                <a:spcPct val="100000"/>
              </a:lnSpc>
              <a:spcBef>
                <a:spcPts val="1000"/>
              </a:spcBef>
              <a:spcAft>
                <a:spcPts val="0"/>
              </a:spcAft>
              <a:buSzPts val="1200"/>
              <a:buFont typeface="Century Gothic"/>
              <a:buNone/>
              <a:defRPr/>
            </a:lvl5pPr>
            <a:lvl6pPr marL="2743200" lvl="5" indent="-342900" algn="l">
              <a:lnSpc>
                <a:spcPct val="100000"/>
              </a:lnSpc>
              <a:spcBef>
                <a:spcPts val="1000"/>
              </a:spcBef>
              <a:spcAft>
                <a:spcPts val="0"/>
              </a:spcAft>
              <a:buSzPts val="1800"/>
              <a:buChar char="?"/>
              <a:defRPr/>
            </a:lvl6pPr>
            <a:lvl7pPr marL="3200400" lvl="6" indent="-342900" algn="l">
              <a:lnSpc>
                <a:spcPct val="100000"/>
              </a:lnSpc>
              <a:spcBef>
                <a:spcPts val="1000"/>
              </a:spcBef>
              <a:spcAft>
                <a:spcPts val="0"/>
              </a:spcAft>
              <a:buSzPts val="1800"/>
              <a:buChar char="?"/>
              <a:defRPr/>
            </a:lvl7pPr>
            <a:lvl8pPr marL="3657600" lvl="7" indent="-342900" algn="l">
              <a:lnSpc>
                <a:spcPct val="100000"/>
              </a:lnSpc>
              <a:spcBef>
                <a:spcPts val="1000"/>
              </a:spcBef>
              <a:spcAft>
                <a:spcPts val="0"/>
              </a:spcAft>
              <a:buSzPts val="1800"/>
              <a:buChar char="?"/>
              <a:defRPr/>
            </a:lvl8pPr>
            <a:lvl9pPr marL="4114800" lvl="8" indent="-342900" algn="l">
              <a:lnSpc>
                <a:spcPct val="100000"/>
              </a:lnSpc>
              <a:spcBef>
                <a:spcPts val="1000"/>
              </a:spcBef>
              <a:spcAft>
                <a:spcPts val="0"/>
              </a:spcAft>
              <a:buSzPts val="1800"/>
              <a:buChar char="?"/>
              <a:defRPr/>
            </a:lvl9pPr>
          </a:lstStyle>
          <a:p>
            <a:endParaRPr/>
          </a:p>
        </p:txBody>
      </p:sp>
      <p:sp>
        <p:nvSpPr>
          <p:cNvPr id="111" name="Google Shape;111;p11"/>
          <p:cNvSpPr txBox="1">
            <a:spLocks noGrp="1"/>
          </p:cNvSpPr>
          <p:nvPr>
            <p:ph type="body" idx="2"/>
          </p:nvPr>
        </p:nvSpPr>
        <p:spPr>
          <a:xfrm>
            <a:off x="2589212" y="4354046"/>
            <a:ext cx="8915399" cy="1555864"/>
          </a:xfrm>
          <a:prstGeom prst="rect">
            <a:avLst/>
          </a:prstGeom>
          <a:noFill/>
          <a:ln>
            <a:noFill/>
          </a:ln>
        </p:spPr>
        <p:txBody>
          <a:bodyPr spcFirstLastPara="1" wrap="square" lIns="91425" tIns="45700" rIns="91425" bIns="45700" anchor="ctr" anchorCtr="0">
            <a:normAutofit/>
          </a:bodyPr>
          <a:lstStyle>
            <a:lvl1pPr marL="457200" lvl="0" indent="-228600" algn="l">
              <a:lnSpc>
                <a:spcPct val="100000"/>
              </a:lnSpc>
              <a:spcBef>
                <a:spcPts val="1000"/>
              </a:spcBef>
              <a:spcAft>
                <a:spcPts val="0"/>
              </a:spcAft>
              <a:buSzPts val="1800"/>
              <a:buNone/>
              <a:defRPr sz="1800">
                <a:solidFill>
                  <a:srgbClr val="595959"/>
                </a:solidFill>
              </a:defRPr>
            </a:lvl1pPr>
            <a:lvl2pPr marL="914400" lvl="1" indent="-228600" algn="l">
              <a:lnSpc>
                <a:spcPct val="100000"/>
              </a:lnSpc>
              <a:spcBef>
                <a:spcPts val="1000"/>
              </a:spcBef>
              <a:spcAft>
                <a:spcPts val="0"/>
              </a:spcAft>
              <a:buSzPts val="1800"/>
              <a:buNone/>
              <a:defRPr sz="1800">
                <a:solidFill>
                  <a:srgbClr val="888888"/>
                </a:solidFill>
              </a:defRPr>
            </a:lvl2pPr>
            <a:lvl3pPr marL="1371600" lvl="2" indent="-228600" algn="l">
              <a:lnSpc>
                <a:spcPct val="100000"/>
              </a:lnSpc>
              <a:spcBef>
                <a:spcPts val="1000"/>
              </a:spcBef>
              <a:spcAft>
                <a:spcPts val="0"/>
              </a:spcAft>
              <a:buSzPts val="1600"/>
              <a:buNone/>
              <a:defRPr sz="1600">
                <a:solidFill>
                  <a:srgbClr val="888888"/>
                </a:solidFill>
              </a:defRPr>
            </a:lvl3pPr>
            <a:lvl4pPr marL="1828800" lvl="3" indent="-228600" algn="l">
              <a:lnSpc>
                <a:spcPct val="100000"/>
              </a:lnSpc>
              <a:spcBef>
                <a:spcPts val="1000"/>
              </a:spcBef>
              <a:spcAft>
                <a:spcPts val="0"/>
              </a:spcAft>
              <a:buSzPts val="1400"/>
              <a:buNone/>
              <a:defRPr sz="1400">
                <a:solidFill>
                  <a:srgbClr val="888888"/>
                </a:solidFill>
              </a:defRPr>
            </a:lvl4pPr>
            <a:lvl5pPr marL="2286000" lvl="4" indent="-228600" algn="l">
              <a:lnSpc>
                <a:spcPct val="100000"/>
              </a:lnSpc>
              <a:spcBef>
                <a:spcPts val="1000"/>
              </a:spcBef>
              <a:spcAft>
                <a:spcPts val="0"/>
              </a:spcAft>
              <a:buSzPts val="1400"/>
              <a:buNone/>
              <a:defRPr sz="1400">
                <a:solidFill>
                  <a:srgbClr val="888888"/>
                </a:solidFill>
              </a:defRPr>
            </a:lvl5pPr>
            <a:lvl6pPr marL="2743200" lvl="5" indent="-228600" algn="l">
              <a:lnSpc>
                <a:spcPct val="100000"/>
              </a:lnSpc>
              <a:spcBef>
                <a:spcPts val="1000"/>
              </a:spcBef>
              <a:spcAft>
                <a:spcPts val="0"/>
              </a:spcAft>
              <a:buSzPts val="1400"/>
              <a:buNone/>
              <a:defRPr sz="1400">
                <a:solidFill>
                  <a:srgbClr val="888888"/>
                </a:solidFill>
              </a:defRPr>
            </a:lvl6pPr>
            <a:lvl7pPr marL="3200400" lvl="6" indent="-228600" algn="l">
              <a:lnSpc>
                <a:spcPct val="100000"/>
              </a:lnSpc>
              <a:spcBef>
                <a:spcPts val="1000"/>
              </a:spcBef>
              <a:spcAft>
                <a:spcPts val="0"/>
              </a:spcAft>
              <a:buSzPts val="1400"/>
              <a:buNone/>
              <a:defRPr sz="1400">
                <a:solidFill>
                  <a:srgbClr val="888888"/>
                </a:solidFill>
              </a:defRPr>
            </a:lvl7pPr>
            <a:lvl8pPr marL="3657600" lvl="7" indent="-228600" algn="l">
              <a:lnSpc>
                <a:spcPct val="100000"/>
              </a:lnSpc>
              <a:spcBef>
                <a:spcPts val="1000"/>
              </a:spcBef>
              <a:spcAft>
                <a:spcPts val="0"/>
              </a:spcAft>
              <a:buSzPts val="1400"/>
              <a:buNone/>
              <a:defRPr sz="1400">
                <a:solidFill>
                  <a:srgbClr val="888888"/>
                </a:solidFill>
              </a:defRPr>
            </a:lvl8pPr>
            <a:lvl9pPr marL="4114800" lvl="8" indent="-228600" algn="l">
              <a:lnSpc>
                <a:spcPct val="100000"/>
              </a:lnSpc>
              <a:spcBef>
                <a:spcPts val="1000"/>
              </a:spcBef>
              <a:spcAft>
                <a:spcPts val="0"/>
              </a:spcAft>
              <a:buSzPts val="1400"/>
              <a:buNone/>
              <a:defRPr sz="1400">
                <a:solidFill>
                  <a:srgbClr val="888888"/>
                </a:solidFill>
              </a:defRPr>
            </a:lvl9pPr>
          </a:lstStyle>
          <a:p>
            <a:endParaRPr/>
          </a:p>
        </p:txBody>
      </p:sp>
      <p:sp>
        <p:nvSpPr>
          <p:cNvPr id="112" name="Google Shape;112;p11"/>
          <p:cNvSpPr txBox="1">
            <a:spLocks noGrp="1"/>
          </p:cNvSpPr>
          <p:nvPr>
            <p:ph type="dt" idx="10"/>
          </p:nvPr>
        </p:nvSpPr>
        <p:spPr>
          <a:xfrm>
            <a:off x="10361612" y="6130437"/>
            <a:ext cx="1146283" cy="370396"/>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13" name="Google Shape;113;p11"/>
          <p:cNvSpPr txBox="1">
            <a:spLocks noGrp="1"/>
          </p:cNvSpPr>
          <p:nvPr>
            <p:ph type="ftr" idx="11"/>
          </p:nvPr>
        </p:nvSpPr>
        <p:spPr>
          <a:xfrm>
            <a:off x="2589212" y="6135808"/>
            <a:ext cx="7619999"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14" name="Google Shape;114;p11"/>
          <p:cNvSpPr/>
          <p:nvPr/>
        </p:nvSpPr>
        <p:spPr>
          <a:xfrm rot="10800000" flipH="1">
            <a:off x="-4189" y="3178175"/>
            <a:ext cx="1588527" cy="507297"/>
          </a:xfrm>
          <a:custGeom>
            <a:avLst/>
            <a:gdLst/>
            <a:ahLst/>
            <a:cxnLst/>
            <a:rect l="l" t="t" r="r" b="b"/>
            <a:pathLst>
              <a:path w="9248" h="10000" extrusionOk="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15" name="Google Shape;115;p11"/>
          <p:cNvSpPr txBox="1">
            <a:spLocks noGrp="1"/>
          </p:cNvSpPr>
          <p:nvPr>
            <p:ph type="sldNum" idx="12"/>
          </p:nvPr>
        </p:nvSpPr>
        <p:spPr>
          <a:xfrm>
            <a:off x="531812" y="3244139"/>
            <a:ext cx="779767"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2000"/>
              <a:buFont typeface="Arial"/>
              <a:buNone/>
              <a:defRPr sz="2000" b="0" i="0" u="none" strike="noStrike" cap="none">
                <a:solidFill>
                  <a:srgbClr val="FEFFFF"/>
                </a:solidFill>
                <a:latin typeface="Century Gothic"/>
                <a:ea typeface="Century Gothic"/>
                <a:cs typeface="Century Gothic"/>
                <a:sym typeface="Century Gothic"/>
              </a:defRPr>
            </a:lvl1pPr>
            <a:lvl2pPr marL="0" marR="0" lvl="1" indent="0" algn="r">
              <a:lnSpc>
                <a:spcPct val="100000"/>
              </a:lnSpc>
              <a:spcBef>
                <a:spcPts val="0"/>
              </a:spcBef>
              <a:spcAft>
                <a:spcPts val="0"/>
              </a:spcAft>
              <a:buClr>
                <a:srgbClr val="000000"/>
              </a:buClr>
              <a:buSzPts val="2000"/>
              <a:buFont typeface="Arial"/>
              <a:buNone/>
              <a:defRPr sz="2000" b="0" i="0" u="none" strike="noStrike" cap="none">
                <a:solidFill>
                  <a:srgbClr val="FEFFFF"/>
                </a:solidFill>
                <a:latin typeface="Century Gothic"/>
                <a:ea typeface="Century Gothic"/>
                <a:cs typeface="Century Gothic"/>
                <a:sym typeface="Century Gothic"/>
              </a:defRPr>
            </a:lvl2pPr>
            <a:lvl3pPr marL="0" marR="0" lvl="2" indent="0" algn="r">
              <a:lnSpc>
                <a:spcPct val="100000"/>
              </a:lnSpc>
              <a:spcBef>
                <a:spcPts val="0"/>
              </a:spcBef>
              <a:spcAft>
                <a:spcPts val="0"/>
              </a:spcAft>
              <a:buClr>
                <a:srgbClr val="000000"/>
              </a:buClr>
              <a:buSzPts val="2000"/>
              <a:buFont typeface="Arial"/>
              <a:buNone/>
              <a:defRPr sz="2000" b="0" i="0" u="none" strike="noStrike" cap="none">
                <a:solidFill>
                  <a:srgbClr val="FEFFFF"/>
                </a:solidFill>
                <a:latin typeface="Century Gothic"/>
                <a:ea typeface="Century Gothic"/>
                <a:cs typeface="Century Gothic"/>
                <a:sym typeface="Century Gothic"/>
              </a:defRPr>
            </a:lvl3pPr>
            <a:lvl4pPr marL="0" marR="0" lvl="3" indent="0" algn="r">
              <a:lnSpc>
                <a:spcPct val="100000"/>
              </a:lnSpc>
              <a:spcBef>
                <a:spcPts val="0"/>
              </a:spcBef>
              <a:spcAft>
                <a:spcPts val="0"/>
              </a:spcAft>
              <a:buClr>
                <a:srgbClr val="000000"/>
              </a:buClr>
              <a:buSzPts val="2000"/>
              <a:buFont typeface="Arial"/>
              <a:buNone/>
              <a:defRPr sz="2000" b="0" i="0" u="none" strike="noStrike" cap="none">
                <a:solidFill>
                  <a:srgbClr val="FEFFFF"/>
                </a:solidFill>
                <a:latin typeface="Century Gothic"/>
                <a:ea typeface="Century Gothic"/>
                <a:cs typeface="Century Gothic"/>
                <a:sym typeface="Century Gothic"/>
              </a:defRPr>
            </a:lvl4pPr>
            <a:lvl5pPr marL="0" marR="0" lvl="4" indent="0" algn="r">
              <a:lnSpc>
                <a:spcPct val="100000"/>
              </a:lnSpc>
              <a:spcBef>
                <a:spcPts val="0"/>
              </a:spcBef>
              <a:spcAft>
                <a:spcPts val="0"/>
              </a:spcAft>
              <a:buClr>
                <a:srgbClr val="000000"/>
              </a:buClr>
              <a:buSzPts val="2000"/>
              <a:buFont typeface="Arial"/>
              <a:buNone/>
              <a:defRPr sz="2000" b="0" i="0" u="none" strike="noStrike" cap="none">
                <a:solidFill>
                  <a:srgbClr val="FEFFFF"/>
                </a:solidFill>
                <a:latin typeface="Century Gothic"/>
                <a:ea typeface="Century Gothic"/>
                <a:cs typeface="Century Gothic"/>
                <a:sym typeface="Century Gothic"/>
              </a:defRPr>
            </a:lvl5pPr>
            <a:lvl6pPr marL="0" marR="0" lvl="5" indent="0" algn="r">
              <a:lnSpc>
                <a:spcPct val="100000"/>
              </a:lnSpc>
              <a:spcBef>
                <a:spcPts val="0"/>
              </a:spcBef>
              <a:spcAft>
                <a:spcPts val="0"/>
              </a:spcAft>
              <a:buClr>
                <a:srgbClr val="000000"/>
              </a:buClr>
              <a:buSzPts val="2000"/>
              <a:buFont typeface="Arial"/>
              <a:buNone/>
              <a:defRPr sz="2000" b="0" i="0" u="none" strike="noStrike" cap="none">
                <a:solidFill>
                  <a:srgbClr val="FEFFFF"/>
                </a:solidFill>
                <a:latin typeface="Century Gothic"/>
                <a:ea typeface="Century Gothic"/>
                <a:cs typeface="Century Gothic"/>
                <a:sym typeface="Century Gothic"/>
              </a:defRPr>
            </a:lvl6pPr>
            <a:lvl7pPr marL="0" marR="0" lvl="6" indent="0" algn="r">
              <a:lnSpc>
                <a:spcPct val="100000"/>
              </a:lnSpc>
              <a:spcBef>
                <a:spcPts val="0"/>
              </a:spcBef>
              <a:spcAft>
                <a:spcPts val="0"/>
              </a:spcAft>
              <a:buClr>
                <a:srgbClr val="000000"/>
              </a:buClr>
              <a:buSzPts val="2000"/>
              <a:buFont typeface="Arial"/>
              <a:buNone/>
              <a:defRPr sz="2000" b="0" i="0" u="none" strike="noStrike" cap="none">
                <a:solidFill>
                  <a:srgbClr val="FEFFFF"/>
                </a:solidFill>
                <a:latin typeface="Century Gothic"/>
                <a:ea typeface="Century Gothic"/>
                <a:cs typeface="Century Gothic"/>
                <a:sym typeface="Century Gothic"/>
              </a:defRPr>
            </a:lvl7pPr>
            <a:lvl8pPr marL="0" marR="0" lvl="7" indent="0" algn="r">
              <a:lnSpc>
                <a:spcPct val="100000"/>
              </a:lnSpc>
              <a:spcBef>
                <a:spcPts val="0"/>
              </a:spcBef>
              <a:spcAft>
                <a:spcPts val="0"/>
              </a:spcAft>
              <a:buClr>
                <a:srgbClr val="000000"/>
              </a:buClr>
              <a:buSzPts val="2000"/>
              <a:buFont typeface="Arial"/>
              <a:buNone/>
              <a:defRPr sz="2000" b="0" i="0" u="none" strike="noStrike" cap="none">
                <a:solidFill>
                  <a:srgbClr val="FEFFFF"/>
                </a:solidFill>
                <a:latin typeface="Century Gothic"/>
                <a:ea typeface="Century Gothic"/>
                <a:cs typeface="Century Gothic"/>
                <a:sym typeface="Century Gothic"/>
              </a:defRPr>
            </a:lvl8pPr>
            <a:lvl9pPr marL="0" marR="0" lvl="8" indent="0" algn="r">
              <a:lnSpc>
                <a:spcPct val="100000"/>
              </a:lnSpc>
              <a:spcBef>
                <a:spcPts val="0"/>
              </a:spcBef>
              <a:spcAft>
                <a:spcPts val="0"/>
              </a:spcAft>
              <a:buClr>
                <a:srgbClr val="000000"/>
              </a:buClr>
              <a:buSzPts val="2000"/>
              <a:buFont typeface="Arial"/>
              <a:buNone/>
              <a:defRPr sz="2000" b="0" i="0" u="none" strike="noStrike" cap="none">
                <a:solidFill>
                  <a:srgbClr val="FEFFFF"/>
                </a:solidFill>
                <a:latin typeface="Century Gothic"/>
                <a:ea typeface="Century Gothic"/>
                <a:cs typeface="Century Gothic"/>
                <a:sym typeface="Century Gothic"/>
              </a:defRPr>
            </a:lvl9pPr>
          </a:lstStyle>
          <a:p>
            <a:pPr marL="0" lvl="0" indent="0" algn="r" rtl="0">
              <a:spcBef>
                <a:spcPts val="0"/>
              </a:spcBef>
              <a:spcAft>
                <a:spcPts val="0"/>
              </a:spcAft>
              <a:buNone/>
            </a:pPr>
            <a:fld id="{00000000-1234-1234-1234-123412341234}" type="slidenum">
              <a:rPr lang="en-US"/>
              <a:t>‹#›</a:t>
            </a:fld>
            <a:endParaRPr/>
          </a:p>
        </p:txBody>
      </p:sp>
      <p:sp>
        <p:nvSpPr>
          <p:cNvPr id="116" name="Google Shape;116;p11"/>
          <p:cNvSpPr txBox="1"/>
          <p:nvPr/>
        </p:nvSpPr>
        <p:spPr>
          <a:xfrm>
            <a:off x="2467652" y="648005"/>
            <a:ext cx="609600" cy="584776"/>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8000"/>
              <a:buFont typeface="Arial"/>
              <a:buNone/>
            </a:pPr>
            <a:r>
              <a:rPr lang="en-US" sz="8000" b="0" i="0" u="none" strike="noStrike" cap="none">
                <a:solidFill>
                  <a:schemeClr val="accent1"/>
                </a:solidFill>
                <a:latin typeface="Arial"/>
                <a:ea typeface="Arial"/>
                <a:cs typeface="Arial"/>
                <a:sym typeface="Arial"/>
              </a:rPr>
              <a:t>“</a:t>
            </a:r>
            <a:endParaRPr sz="1400" b="0" i="0" u="none" strike="noStrike" cap="none">
              <a:solidFill>
                <a:srgbClr val="000000"/>
              </a:solidFill>
              <a:latin typeface="Arial"/>
              <a:ea typeface="Arial"/>
              <a:cs typeface="Arial"/>
              <a:sym typeface="Arial"/>
            </a:endParaRPr>
          </a:p>
        </p:txBody>
      </p:sp>
      <p:sp>
        <p:nvSpPr>
          <p:cNvPr id="117" name="Google Shape;117;p11"/>
          <p:cNvSpPr txBox="1"/>
          <p:nvPr/>
        </p:nvSpPr>
        <p:spPr>
          <a:xfrm>
            <a:off x="11114852" y="2905306"/>
            <a:ext cx="609600" cy="584776"/>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8000"/>
              <a:buFont typeface="Arial"/>
              <a:buNone/>
            </a:pPr>
            <a:r>
              <a:rPr lang="en-US" sz="8000" b="0" i="0" u="none" strike="noStrike" cap="none">
                <a:solidFill>
                  <a:schemeClr val="accent1"/>
                </a:solidFill>
                <a:latin typeface="Arial"/>
                <a:ea typeface="Arial"/>
                <a:cs typeface="Arial"/>
                <a:sym typeface="Arial"/>
              </a:rPr>
              <a:t>”</a:t>
            </a:r>
            <a:endParaRPr sz="1400" b="0" i="0" u="none" strike="noStrike" cap="none">
              <a:solidFill>
                <a:srgbClr val="000000"/>
              </a:solidFill>
              <a:latin typeface="Arial"/>
              <a:ea typeface="Arial"/>
              <a:cs typeface="Arial"/>
              <a:sym typeface="Arial"/>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Name Card">
  <p:cSld name="Name Card">
    <p:spTree>
      <p:nvGrpSpPr>
        <p:cNvPr id="1" name="Shape 118"/>
        <p:cNvGrpSpPr/>
        <p:nvPr/>
      </p:nvGrpSpPr>
      <p:grpSpPr>
        <a:xfrm>
          <a:off x="0" y="0"/>
          <a:ext cx="0" cy="0"/>
          <a:chOff x="0" y="0"/>
          <a:chExt cx="0" cy="0"/>
        </a:xfrm>
      </p:grpSpPr>
      <p:sp>
        <p:nvSpPr>
          <p:cNvPr id="119" name="Google Shape;119;p12"/>
          <p:cNvSpPr txBox="1">
            <a:spLocks noGrp="1"/>
          </p:cNvSpPr>
          <p:nvPr>
            <p:ph type="title"/>
          </p:nvPr>
        </p:nvSpPr>
        <p:spPr>
          <a:xfrm>
            <a:off x="2589213" y="2438400"/>
            <a:ext cx="8915400" cy="2724845"/>
          </a:xfrm>
          <a:prstGeom prst="rect">
            <a:avLst/>
          </a:prstGeom>
          <a:noFill/>
          <a:ln>
            <a:noFill/>
          </a:ln>
        </p:spPr>
        <p:txBody>
          <a:bodyPr spcFirstLastPara="1" wrap="square" lIns="91425" tIns="45700" rIns="91425" bIns="45700" anchor="b" anchorCtr="0">
            <a:normAutofit/>
          </a:bodyPr>
          <a:lstStyle>
            <a:lvl1pPr lvl="0" algn="l">
              <a:lnSpc>
                <a:spcPct val="100000"/>
              </a:lnSpc>
              <a:spcBef>
                <a:spcPts val="0"/>
              </a:spcBef>
              <a:spcAft>
                <a:spcPts val="0"/>
              </a:spcAft>
              <a:buClr>
                <a:srgbClr val="168DBA"/>
              </a:buClr>
              <a:buSzPts val="4800"/>
              <a:buFont typeface="Century Gothic"/>
              <a:buNone/>
              <a:defRPr sz="4800" b="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20" name="Google Shape;120;p12"/>
          <p:cNvSpPr txBox="1">
            <a:spLocks noGrp="1"/>
          </p:cNvSpPr>
          <p:nvPr>
            <p:ph type="body" idx="1"/>
          </p:nvPr>
        </p:nvSpPr>
        <p:spPr>
          <a:xfrm>
            <a:off x="2589213" y="5181600"/>
            <a:ext cx="8915400" cy="729622"/>
          </a:xfrm>
          <a:prstGeom prst="rect">
            <a:avLst/>
          </a:prstGeom>
          <a:noFill/>
          <a:ln>
            <a:noFill/>
          </a:ln>
        </p:spPr>
        <p:txBody>
          <a:bodyPr spcFirstLastPara="1" wrap="square" lIns="91425" tIns="45700" rIns="91425" bIns="45700" anchor="t" anchorCtr="0">
            <a:normAutofit/>
          </a:bodyPr>
          <a:lstStyle>
            <a:lvl1pPr marL="457200" lvl="0" indent="-228600" algn="l">
              <a:lnSpc>
                <a:spcPct val="100000"/>
              </a:lnSpc>
              <a:spcBef>
                <a:spcPts val="1000"/>
              </a:spcBef>
              <a:spcAft>
                <a:spcPts val="0"/>
              </a:spcAft>
              <a:buSzPts val="1800"/>
              <a:buNone/>
              <a:defRPr>
                <a:solidFill>
                  <a:srgbClr val="595959"/>
                </a:solidFill>
              </a:defRPr>
            </a:lvl1pPr>
            <a:lvl2pPr marL="914400" lvl="1" indent="-342900" algn="l">
              <a:lnSpc>
                <a:spcPct val="100000"/>
              </a:lnSpc>
              <a:spcBef>
                <a:spcPts val="1000"/>
              </a:spcBef>
              <a:spcAft>
                <a:spcPts val="0"/>
              </a:spcAft>
              <a:buSzPts val="1800"/>
              <a:buChar char="?"/>
              <a:defRPr/>
            </a:lvl2pPr>
            <a:lvl3pPr marL="1371600" lvl="2" indent="-342900" algn="l">
              <a:lnSpc>
                <a:spcPct val="100000"/>
              </a:lnSpc>
              <a:spcBef>
                <a:spcPts val="1000"/>
              </a:spcBef>
              <a:spcAft>
                <a:spcPts val="0"/>
              </a:spcAft>
              <a:buSzPts val="1800"/>
              <a:buChar char="?"/>
              <a:defRPr/>
            </a:lvl3pPr>
            <a:lvl4pPr marL="1828800" lvl="3" indent="-342900" algn="l">
              <a:lnSpc>
                <a:spcPct val="100000"/>
              </a:lnSpc>
              <a:spcBef>
                <a:spcPts val="1000"/>
              </a:spcBef>
              <a:spcAft>
                <a:spcPts val="0"/>
              </a:spcAft>
              <a:buSzPts val="1800"/>
              <a:buChar char="?"/>
              <a:defRPr/>
            </a:lvl4pPr>
            <a:lvl5pPr marL="2286000" lvl="4" indent="-342900" algn="l">
              <a:lnSpc>
                <a:spcPct val="100000"/>
              </a:lnSpc>
              <a:spcBef>
                <a:spcPts val="1000"/>
              </a:spcBef>
              <a:spcAft>
                <a:spcPts val="0"/>
              </a:spcAft>
              <a:buSzPts val="1800"/>
              <a:buChar char="?"/>
              <a:defRPr/>
            </a:lvl5pPr>
            <a:lvl6pPr marL="2743200" lvl="5" indent="-342900" algn="l">
              <a:lnSpc>
                <a:spcPct val="100000"/>
              </a:lnSpc>
              <a:spcBef>
                <a:spcPts val="1000"/>
              </a:spcBef>
              <a:spcAft>
                <a:spcPts val="0"/>
              </a:spcAft>
              <a:buSzPts val="1800"/>
              <a:buChar char="?"/>
              <a:defRPr/>
            </a:lvl6pPr>
            <a:lvl7pPr marL="3200400" lvl="6" indent="-342900" algn="l">
              <a:lnSpc>
                <a:spcPct val="100000"/>
              </a:lnSpc>
              <a:spcBef>
                <a:spcPts val="1000"/>
              </a:spcBef>
              <a:spcAft>
                <a:spcPts val="0"/>
              </a:spcAft>
              <a:buSzPts val="1800"/>
              <a:buChar char="?"/>
              <a:defRPr/>
            </a:lvl7pPr>
            <a:lvl8pPr marL="3657600" lvl="7" indent="-342900" algn="l">
              <a:lnSpc>
                <a:spcPct val="100000"/>
              </a:lnSpc>
              <a:spcBef>
                <a:spcPts val="1000"/>
              </a:spcBef>
              <a:spcAft>
                <a:spcPts val="0"/>
              </a:spcAft>
              <a:buSzPts val="1800"/>
              <a:buChar char="?"/>
              <a:defRPr/>
            </a:lvl8pPr>
            <a:lvl9pPr marL="4114800" lvl="8" indent="-342900" algn="l">
              <a:lnSpc>
                <a:spcPct val="100000"/>
              </a:lnSpc>
              <a:spcBef>
                <a:spcPts val="1000"/>
              </a:spcBef>
              <a:spcAft>
                <a:spcPts val="0"/>
              </a:spcAft>
              <a:buSzPts val="1800"/>
              <a:buChar char="?"/>
              <a:defRPr/>
            </a:lvl9pPr>
          </a:lstStyle>
          <a:p>
            <a:endParaRPr/>
          </a:p>
        </p:txBody>
      </p:sp>
      <p:sp>
        <p:nvSpPr>
          <p:cNvPr id="121" name="Google Shape;121;p12"/>
          <p:cNvSpPr txBox="1">
            <a:spLocks noGrp="1"/>
          </p:cNvSpPr>
          <p:nvPr>
            <p:ph type="dt" idx="10"/>
          </p:nvPr>
        </p:nvSpPr>
        <p:spPr>
          <a:xfrm>
            <a:off x="10361612" y="6130437"/>
            <a:ext cx="1146283" cy="370396"/>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22" name="Google Shape;122;p12"/>
          <p:cNvSpPr txBox="1">
            <a:spLocks noGrp="1"/>
          </p:cNvSpPr>
          <p:nvPr>
            <p:ph type="ftr" idx="11"/>
          </p:nvPr>
        </p:nvSpPr>
        <p:spPr>
          <a:xfrm>
            <a:off x="2589212" y="6135808"/>
            <a:ext cx="7619999"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23" name="Google Shape;123;p12"/>
          <p:cNvSpPr/>
          <p:nvPr/>
        </p:nvSpPr>
        <p:spPr>
          <a:xfrm rot="10800000" flipH="1">
            <a:off x="-4189" y="4911725"/>
            <a:ext cx="1588527" cy="507297"/>
          </a:xfrm>
          <a:custGeom>
            <a:avLst/>
            <a:gdLst/>
            <a:ahLst/>
            <a:cxnLst/>
            <a:rect l="l" t="t" r="r" b="b"/>
            <a:pathLst>
              <a:path w="9248" h="10000" extrusionOk="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4" name="Google Shape;124;p12"/>
          <p:cNvSpPr txBox="1">
            <a:spLocks noGrp="1"/>
          </p:cNvSpPr>
          <p:nvPr>
            <p:ph type="sldNum" idx="12"/>
          </p:nvPr>
        </p:nvSpPr>
        <p:spPr>
          <a:xfrm>
            <a:off x="531812" y="4983087"/>
            <a:ext cx="779767"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2000"/>
              <a:buFont typeface="Arial"/>
              <a:buNone/>
              <a:defRPr sz="2000" b="0" i="0" u="none" strike="noStrike" cap="none">
                <a:solidFill>
                  <a:srgbClr val="FEFFFF"/>
                </a:solidFill>
                <a:latin typeface="Century Gothic"/>
                <a:ea typeface="Century Gothic"/>
                <a:cs typeface="Century Gothic"/>
                <a:sym typeface="Century Gothic"/>
              </a:defRPr>
            </a:lvl1pPr>
            <a:lvl2pPr marL="0" marR="0" lvl="1" indent="0" algn="r">
              <a:lnSpc>
                <a:spcPct val="100000"/>
              </a:lnSpc>
              <a:spcBef>
                <a:spcPts val="0"/>
              </a:spcBef>
              <a:spcAft>
                <a:spcPts val="0"/>
              </a:spcAft>
              <a:buClr>
                <a:srgbClr val="000000"/>
              </a:buClr>
              <a:buSzPts val="2000"/>
              <a:buFont typeface="Arial"/>
              <a:buNone/>
              <a:defRPr sz="2000" b="0" i="0" u="none" strike="noStrike" cap="none">
                <a:solidFill>
                  <a:srgbClr val="FEFFFF"/>
                </a:solidFill>
                <a:latin typeface="Century Gothic"/>
                <a:ea typeface="Century Gothic"/>
                <a:cs typeface="Century Gothic"/>
                <a:sym typeface="Century Gothic"/>
              </a:defRPr>
            </a:lvl2pPr>
            <a:lvl3pPr marL="0" marR="0" lvl="2" indent="0" algn="r">
              <a:lnSpc>
                <a:spcPct val="100000"/>
              </a:lnSpc>
              <a:spcBef>
                <a:spcPts val="0"/>
              </a:spcBef>
              <a:spcAft>
                <a:spcPts val="0"/>
              </a:spcAft>
              <a:buClr>
                <a:srgbClr val="000000"/>
              </a:buClr>
              <a:buSzPts val="2000"/>
              <a:buFont typeface="Arial"/>
              <a:buNone/>
              <a:defRPr sz="2000" b="0" i="0" u="none" strike="noStrike" cap="none">
                <a:solidFill>
                  <a:srgbClr val="FEFFFF"/>
                </a:solidFill>
                <a:latin typeface="Century Gothic"/>
                <a:ea typeface="Century Gothic"/>
                <a:cs typeface="Century Gothic"/>
                <a:sym typeface="Century Gothic"/>
              </a:defRPr>
            </a:lvl3pPr>
            <a:lvl4pPr marL="0" marR="0" lvl="3" indent="0" algn="r">
              <a:lnSpc>
                <a:spcPct val="100000"/>
              </a:lnSpc>
              <a:spcBef>
                <a:spcPts val="0"/>
              </a:spcBef>
              <a:spcAft>
                <a:spcPts val="0"/>
              </a:spcAft>
              <a:buClr>
                <a:srgbClr val="000000"/>
              </a:buClr>
              <a:buSzPts val="2000"/>
              <a:buFont typeface="Arial"/>
              <a:buNone/>
              <a:defRPr sz="2000" b="0" i="0" u="none" strike="noStrike" cap="none">
                <a:solidFill>
                  <a:srgbClr val="FEFFFF"/>
                </a:solidFill>
                <a:latin typeface="Century Gothic"/>
                <a:ea typeface="Century Gothic"/>
                <a:cs typeface="Century Gothic"/>
                <a:sym typeface="Century Gothic"/>
              </a:defRPr>
            </a:lvl4pPr>
            <a:lvl5pPr marL="0" marR="0" lvl="4" indent="0" algn="r">
              <a:lnSpc>
                <a:spcPct val="100000"/>
              </a:lnSpc>
              <a:spcBef>
                <a:spcPts val="0"/>
              </a:spcBef>
              <a:spcAft>
                <a:spcPts val="0"/>
              </a:spcAft>
              <a:buClr>
                <a:srgbClr val="000000"/>
              </a:buClr>
              <a:buSzPts val="2000"/>
              <a:buFont typeface="Arial"/>
              <a:buNone/>
              <a:defRPr sz="2000" b="0" i="0" u="none" strike="noStrike" cap="none">
                <a:solidFill>
                  <a:srgbClr val="FEFFFF"/>
                </a:solidFill>
                <a:latin typeface="Century Gothic"/>
                <a:ea typeface="Century Gothic"/>
                <a:cs typeface="Century Gothic"/>
                <a:sym typeface="Century Gothic"/>
              </a:defRPr>
            </a:lvl5pPr>
            <a:lvl6pPr marL="0" marR="0" lvl="5" indent="0" algn="r">
              <a:lnSpc>
                <a:spcPct val="100000"/>
              </a:lnSpc>
              <a:spcBef>
                <a:spcPts val="0"/>
              </a:spcBef>
              <a:spcAft>
                <a:spcPts val="0"/>
              </a:spcAft>
              <a:buClr>
                <a:srgbClr val="000000"/>
              </a:buClr>
              <a:buSzPts val="2000"/>
              <a:buFont typeface="Arial"/>
              <a:buNone/>
              <a:defRPr sz="2000" b="0" i="0" u="none" strike="noStrike" cap="none">
                <a:solidFill>
                  <a:srgbClr val="FEFFFF"/>
                </a:solidFill>
                <a:latin typeface="Century Gothic"/>
                <a:ea typeface="Century Gothic"/>
                <a:cs typeface="Century Gothic"/>
                <a:sym typeface="Century Gothic"/>
              </a:defRPr>
            </a:lvl6pPr>
            <a:lvl7pPr marL="0" marR="0" lvl="6" indent="0" algn="r">
              <a:lnSpc>
                <a:spcPct val="100000"/>
              </a:lnSpc>
              <a:spcBef>
                <a:spcPts val="0"/>
              </a:spcBef>
              <a:spcAft>
                <a:spcPts val="0"/>
              </a:spcAft>
              <a:buClr>
                <a:srgbClr val="000000"/>
              </a:buClr>
              <a:buSzPts val="2000"/>
              <a:buFont typeface="Arial"/>
              <a:buNone/>
              <a:defRPr sz="2000" b="0" i="0" u="none" strike="noStrike" cap="none">
                <a:solidFill>
                  <a:srgbClr val="FEFFFF"/>
                </a:solidFill>
                <a:latin typeface="Century Gothic"/>
                <a:ea typeface="Century Gothic"/>
                <a:cs typeface="Century Gothic"/>
                <a:sym typeface="Century Gothic"/>
              </a:defRPr>
            </a:lvl7pPr>
            <a:lvl8pPr marL="0" marR="0" lvl="7" indent="0" algn="r">
              <a:lnSpc>
                <a:spcPct val="100000"/>
              </a:lnSpc>
              <a:spcBef>
                <a:spcPts val="0"/>
              </a:spcBef>
              <a:spcAft>
                <a:spcPts val="0"/>
              </a:spcAft>
              <a:buClr>
                <a:srgbClr val="000000"/>
              </a:buClr>
              <a:buSzPts val="2000"/>
              <a:buFont typeface="Arial"/>
              <a:buNone/>
              <a:defRPr sz="2000" b="0" i="0" u="none" strike="noStrike" cap="none">
                <a:solidFill>
                  <a:srgbClr val="FEFFFF"/>
                </a:solidFill>
                <a:latin typeface="Century Gothic"/>
                <a:ea typeface="Century Gothic"/>
                <a:cs typeface="Century Gothic"/>
                <a:sym typeface="Century Gothic"/>
              </a:defRPr>
            </a:lvl8pPr>
            <a:lvl9pPr marL="0" marR="0" lvl="8" indent="0" algn="r">
              <a:lnSpc>
                <a:spcPct val="100000"/>
              </a:lnSpc>
              <a:spcBef>
                <a:spcPts val="0"/>
              </a:spcBef>
              <a:spcAft>
                <a:spcPts val="0"/>
              </a:spcAft>
              <a:buClr>
                <a:srgbClr val="000000"/>
              </a:buClr>
              <a:buSzPts val="2000"/>
              <a:buFont typeface="Arial"/>
              <a:buNone/>
              <a:defRPr sz="2000" b="0" i="0" u="none" strike="noStrike" cap="none">
                <a:solidFill>
                  <a:srgbClr val="FEFFFF"/>
                </a:solidFill>
                <a:latin typeface="Century Gothic"/>
                <a:ea typeface="Century Gothic"/>
                <a:cs typeface="Century Gothic"/>
                <a:sym typeface="Century Gothic"/>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Quote Name Card">
  <p:cSld name="Quote Name Card">
    <p:spTree>
      <p:nvGrpSpPr>
        <p:cNvPr id="1" name="Shape 125"/>
        <p:cNvGrpSpPr/>
        <p:nvPr/>
      </p:nvGrpSpPr>
      <p:grpSpPr>
        <a:xfrm>
          <a:off x="0" y="0"/>
          <a:ext cx="0" cy="0"/>
          <a:chOff x="0" y="0"/>
          <a:chExt cx="0" cy="0"/>
        </a:xfrm>
      </p:grpSpPr>
      <p:sp>
        <p:nvSpPr>
          <p:cNvPr id="126" name="Google Shape;126;p13"/>
          <p:cNvSpPr txBox="1">
            <a:spLocks noGrp="1"/>
          </p:cNvSpPr>
          <p:nvPr>
            <p:ph type="title"/>
          </p:nvPr>
        </p:nvSpPr>
        <p:spPr>
          <a:xfrm>
            <a:off x="2849949" y="609600"/>
            <a:ext cx="8393926" cy="2895600"/>
          </a:xfrm>
          <a:prstGeom prst="rect">
            <a:avLst/>
          </a:prstGeom>
          <a:noFill/>
          <a:ln>
            <a:noFill/>
          </a:ln>
        </p:spPr>
        <p:txBody>
          <a:bodyPr spcFirstLastPara="1" wrap="square" lIns="91425" tIns="45700" rIns="91425" bIns="45700" anchor="ctr" anchorCtr="0">
            <a:normAutofit/>
          </a:bodyPr>
          <a:lstStyle>
            <a:lvl1pPr lvl="0" algn="l">
              <a:lnSpc>
                <a:spcPct val="100000"/>
              </a:lnSpc>
              <a:spcBef>
                <a:spcPts val="0"/>
              </a:spcBef>
              <a:spcAft>
                <a:spcPts val="0"/>
              </a:spcAft>
              <a:buClr>
                <a:srgbClr val="168DBA"/>
              </a:buClr>
              <a:buSzPts val="4800"/>
              <a:buFont typeface="Century Gothic"/>
              <a:buNone/>
              <a:defRPr sz="4800" b="0" cap="none"/>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27" name="Google Shape;127;p13"/>
          <p:cNvSpPr txBox="1">
            <a:spLocks noGrp="1"/>
          </p:cNvSpPr>
          <p:nvPr>
            <p:ph type="body" idx="1"/>
          </p:nvPr>
        </p:nvSpPr>
        <p:spPr>
          <a:xfrm>
            <a:off x="2589212" y="4343400"/>
            <a:ext cx="8915400" cy="838200"/>
          </a:xfrm>
          <a:prstGeom prst="rect">
            <a:avLst/>
          </a:prstGeom>
          <a:noFill/>
          <a:ln>
            <a:noFill/>
          </a:ln>
        </p:spPr>
        <p:txBody>
          <a:bodyPr spcFirstLastPara="1" wrap="square" lIns="91425" tIns="45700" rIns="91425" bIns="45700" anchor="b" anchorCtr="0">
            <a:noAutofit/>
          </a:bodyPr>
          <a:lstStyle>
            <a:lvl1pPr marL="457200" lvl="0" indent="-228600" algn="l">
              <a:lnSpc>
                <a:spcPct val="100000"/>
              </a:lnSpc>
              <a:spcBef>
                <a:spcPts val="1000"/>
              </a:spcBef>
              <a:spcAft>
                <a:spcPts val="0"/>
              </a:spcAft>
              <a:buSzPts val="2400"/>
              <a:buFont typeface="Century Gothic"/>
              <a:buNone/>
              <a:defRPr sz="2400">
                <a:solidFill>
                  <a:schemeClr val="accent1"/>
                </a:solidFill>
              </a:defRPr>
            </a:lvl1pPr>
            <a:lvl2pPr marL="914400" lvl="1" indent="-228600" algn="l">
              <a:lnSpc>
                <a:spcPct val="100000"/>
              </a:lnSpc>
              <a:spcBef>
                <a:spcPts val="1000"/>
              </a:spcBef>
              <a:spcAft>
                <a:spcPts val="0"/>
              </a:spcAft>
              <a:buSzPts val="1600"/>
              <a:buFont typeface="Century Gothic"/>
              <a:buNone/>
              <a:defRPr/>
            </a:lvl2pPr>
            <a:lvl3pPr marL="1371600" lvl="2" indent="-228600" algn="l">
              <a:lnSpc>
                <a:spcPct val="100000"/>
              </a:lnSpc>
              <a:spcBef>
                <a:spcPts val="1000"/>
              </a:spcBef>
              <a:spcAft>
                <a:spcPts val="0"/>
              </a:spcAft>
              <a:buSzPts val="1400"/>
              <a:buFont typeface="Century Gothic"/>
              <a:buNone/>
              <a:defRPr/>
            </a:lvl3pPr>
            <a:lvl4pPr marL="1828800" lvl="3" indent="-228600" algn="l">
              <a:lnSpc>
                <a:spcPct val="100000"/>
              </a:lnSpc>
              <a:spcBef>
                <a:spcPts val="1000"/>
              </a:spcBef>
              <a:spcAft>
                <a:spcPts val="0"/>
              </a:spcAft>
              <a:buSzPts val="1200"/>
              <a:buFont typeface="Century Gothic"/>
              <a:buNone/>
              <a:defRPr/>
            </a:lvl4pPr>
            <a:lvl5pPr marL="2286000" lvl="4" indent="-228600" algn="l">
              <a:lnSpc>
                <a:spcPct val="100000"/>
              </a:lnSpc>
              <a:spcBef>
                <a:spcPts val="1000"/>
              </a:spcBef>
              <a:spcAft>
                <a:spcPts val="0"/>
              </a:spcAft>
              <a:buSzPts val="1200"/>
              <a:buFont typeface="Century Gothic"/>
              <a:buNone/>
              <a:defRPr/>
            </a:lvl5pPr>
            <a:lvl6pPr marL="2743200" lvl="5" indent="-342900" algn="l">
              <a:lnSpc>
                <a:spcPct val="100000"/>
              </a:lnSpc>
              <a:spcBef>
                <a:spcPts val="1000"/>
              </a:spcBef>
              <a:spcAft>
                <a:spcPts val="0"/>
              </a:spcAft>
              <a:buSzPts val="1800"/>
              <a:buChar char="?"/>
              <a:defRPr/>
            </a:lvl6pPr>
            <a:lvl7pPr marL="3200400" lvl="6" indent="-342900" algn="l">
              <a:lnSpc>
                <a:spcPct val="100000"/>
              </a:lnSpc>
              <a:spcBef>
                <a:spcPts val="1000"/>
              </a:spcBef>
              <a:spcAft>
                <a:spcPts val="0"/>
              </a:spcAft>
              <a:buSzPts val="1800"/>
              <a:buChar char="?"/>
              <a:defRPr/>
            </a:lvl7pPr>
            <a:lvl8pPr marL="3657600" lvl="7" indent="-342900" algn="l">
              <a:lnSpc>
                <a:spcPct val="100000"/>
              </a:lnSpc>
              <a:spcBef>
                <a:spcPts val="1000"/>
              </a:spcBef>
              <a:spcAft>
                <a:spcPts val="0"/>
              </a:spcAft>
              <a:buSzPts val="1800"/>
              <a:buChar char="?"/>
              <a:defRPr/>
            </a:lvl8pPr>
            <a:lvl9pPr marL="4114800" lvl="8" indent="-342900" algn="l">
              <a:lnSpc>
                <a:spcPct val="100000"/>
              </a:lnSpc>
              <a:spcBef>
                <a:spcPts val="1000"/>
              </a:spcBef>
              <a:spcAft>
                <a:spcPts val="0"/>
              </a:spcAft>
              <a:buSzPts val="1800"/>
              <a:buChar char="?"/>
              <a:defRPr/>
            </a:lvl9pPr>
          </a:lstStyle>
          <a:p>
            <a:endParaRPr/>
          </a:p>
        </p:txBody>
      </p:sp>
      <p:sp>
        <p:nvSpPr>
          <p:cNvPr id="128" name="Google Shape;128;p13"/>
          <p:cNvSpPr txBox="1">
            <a:spLocks noGrp="1"/>
          </p:cNvSpPr>
          <p:nvPr>
            <p:ph type="body" idx="2"/>
          </p:nvPr>
        </p:nvSpPr>
        <p:spPr>
          <a:xfrm>
            <a:off x="2589213" y="5181600"/>
            <a:ext cx="8915400" cy="729622"/>
          </a:xfrm>
          <a:prstGeom prst="rect">
            <a:avLst/>
          </a:prstGeom>
          <a:noFill/>
          <a:ln>
            <a:noFill/>
          </a:ln>
        </p:spPr>
        <p:txBody>
          <a:bodyPr spcFirstLastPara="1" wrap="square" lIns="91425" tIns="45700" rIns="91425" bIns="45700" anchor="t" anchorCtr="0">
            <a:normAutofit/>
          </a:bodyPr>
          <a:lstStyle>
            <a:lvl1pPr marL="457200" lvl="0" indent="-228600" algn="l">
              <a:lnSpc>
                <a:spcPct val="100000"/>
              </a:lnSpc>
              <a:spcBef>
                <a:spcPts val="1000"/>
              </a:spcBef>
              <a:spcAft>
                <a:spcPts val="0"/>
              </a:spcAft>
              <a:buSzPts val="1800"/>
              <a:buNone/>
              <a:defRPr>
                <a:solidFill>
                  <a:srgbClr val="595959"/>
                </a:solidFill>
              </a:defRPr>
            </a:lvl1pPr>
            <a:lvl2pPr marL="914400" lvl="1" indent="-342900" algn="l">
              <a:lnSpc>
                <a:spcPct val="100000"/>
              </a:lnSpc>
              <a:spcBef>
                <a:spcPts val="1000"/>
              </a:spcBef>
              <a:spcAft>
                <a:spcPts val="0"/>
              </a:spcAft>
              <a:buSzPts val="1800"/>
              <a:buChar char="?"/>
              <a:defRPr/>
            </a:lvl2pPr>
            <a:lvl3pPr marL="1371600" lvl="2" indent="-342900" algn="l">
              <a:lnSpc>
                <a:spcPct val="100000"/>
              </a:lnSpc>
              <a:spcBef>
                <a:spcPts val="1000"/>
              </a:spcBef>
              <a:spcAft>
                <a:spcPts val="0"/>
              </a:spcAft>
              <a:buSzPts val="1800"/>
              <a:buChar char="?"/>
              <a:defRPr/>
            </a:lvl3pPr>
            <a:lvl4pPr marL="1828800" lvl="3" indent="-342900" algn="l">
              <a:lnSpc>
                <a:spcPct val="100000"/>
              </a:lnSpc>
              <a:spcBef>
                <a:spcPts val="1000"/>
              </a:spcBef>
              <a:spcAft>
                <a:spcPts val="0"/>
              </a:spcAft>
              <a:buSzPts val="1800"/>
              <a:buChar char="?"/>
              <a:defRPr/>
            </a:lvl4pPr>
            <a:lvl5pPr marL="2286000" lvl="4" indent="-342900" algn="l">
              <a:lnSpc>
                <a:spcPct val="100000"/>
              </a:lnSpc>
              <a:spcBef>
                <a:spcPts val="1000"/>
              </a:spcBef>
              <a:spcAft>
                <a:spcPts val="0"/>
              </a:spcAft>
              <a:buSzPts val="1800"/>
              <a:buChar char="?"/>
              <a:defRPr/>
            </a:lvl5pPr>
            <a:lvl6pPr marL="2743200" lvl="5" indent="-342900" algn="l">
              <a:lnSpc>
                <a:spcPct val="100000"/>
              </a:lnSpc>
              <a:spcBef>
                <a:spcPts val="1000"/>
              </a:spcBef>
              <a:spcAft>
                <a:spcPts val="0"/>
              </a:spcAft>
              <a:buSzPts val="1800"/>
              <a:buChar char="?"/>
              <a:defRPr/>
            </a:lvl6pPr>
            <a:lvl7pPr marL="3200400" lvl="6" indent="-342900" algn="l">
              <a:lnSpc>
                <a:spcPct val="100000"/>
              </a:lnSpc>
              <a:spcBef>
                <a:spcPts val="1000"/>
              </a:spcBef>
              <a:spcAft>
                <a:spcPts val="0"/>
              </a:spcAft>
              <a:buSzPts val="1800"/>
              <a:buChar char="?"/>
              <a:defRPr/>
            </a:lvl7pPr>
            <a:lvl8pPr marL="3657600" lvl="7" indent="-342900" algn="l">
              <a:lnSpc>
                <a:spcPct val="100000"/>
              </a:lnSpc>
              <a:spcBef>
                <a:spcPts val="1000"/>
              </a:spcBef>
              <a:spcAft>
                <a:spcPts val="0"/>
              </a:spcAft>
              <a:buSzPts val="1800"/>
              <a:buChar char="?"/>
              <a:defRPr/>
            </a:lvl8pPr>
            <a:lvl9pPr marL="4114800" lvl="8" indent="-342900" algn="l">
              <a:lnSpc>
                <a:spcPct val="100000"/>
              </a:lnSpc>
              <a:spcBef>
                <a:spcPts val="1000"/>
              </a:spcBef>
              <a:spcAft>
                <a:spcPts val="0"/>
              </a:spcAft>
              <a:buSzPts val="1800"/>
              <a:buChar char="?"/>
              <a:defRPr/>
            </a:lvl9pPr>
          </a:lstStyle>
          <a:p>
            <a:endParaRPr/>
          </a:p>
        </p:txBody>
      </p:sp>
      <p:sp>
        <p:nvSpPr>
          <p:cNvPr id="129" name="Google Shape;129;p13"/>
          <p:cNvSpPr txBox="1">
            <a:spLocks noGrp="1"/>
          </p:cNvSpPr>
          <p:nvPr>
            <p:ph type="dt" idx="10"/>
          </p:nvPr>
        </p:nvSpPr>
        <p:spPr>
          <a:xfrm>
            <a:off x="10361612" y="6130437"/>
            <a:ext cx="1146283" cy="370396"/>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30" name="Google Shape;130;p13"/>
          <p:cNvSpPr txBox="1">
            <a:spLocks noGrp="1"/>
          </p:cNvSpPr>
          <p:nvPr>
            <p:ph type="ftr" idx="11"/>
          </p:nvPr>
        </p:nvSpPr>
        <p:spPr>
          <a:xfrm>
            <a:off x="2589212" y="6135808"/>
            <a:ext cx="7619999"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31" name="Google Shape;131;p13"/>
          <p:cNvSpPr/>
          <p:nvPr/>
        </p:nvSpPr>
        <p:spPr>
          <a:xfrm rot="10800000" flipH="1">
            <a:off x="-4189" y="4911725"/>
            <a:ext cx="1588527" cy="507297"/>
          </a:xfrm>
          <a:custGeom>
            <a:avLst/>
            <a:gdLst/>
            <a:ahLst/>
            <a:cxnLst/>
            <a:rect l="l" t="t" r="r" b="b"/>
            <a:pathLst>
              <a:path w="9248" h="10000" extrusionOk="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32" name="Google Shape;132;p13"/>
          <p:cNvSpPr txBox="1">
            <a:spLocks noGrp="1"/>
          </p:cNvSpPr>
          <p:nvPr>
            <p:ph type="sldNum" idx="12"/>
          </p:nvPr>
        </p:nvSpPr>
        <p:spPr>
          <a:xfrm>
            <a:off x="531812" y="4983087"/>
            <a:ext cx="779767"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2000"/>
              <a:buFont typeface="Arial"/>
              <a:buNone/>
              <a:defRPr sz="2000" b="0" i="0" u="none" strike="noStrike" cap="none">
                <a:solidFill>
                  <a:srgbClr val="FEFFFF"/>
                </a:solidFill>
                <a:latin typeface="Century Gothic"/>
                <a:ea typeface="Century Gothic"/>
                <a:cs typeface="Century Gothic"/>
                <a:sym typeface="Century Gothic"/>
              </a:defRPr>
            </a:lvl1pPr>
            <a:lvl2pPr marL="0" marR="0" lvl="1" indent="0" algn="r">
              <a:lnSpc>
                <a:spcPct val="100000"/>
              </a:lnSpc>
              <a:spcBef>
                <a:spcPts val="0"/>
              </a:spcBef>
              <a:spcAft>
                <a:spcPts val="0"/>
              </a:spcAft>
              <a:buClr>
                <a:srgbClr val="000000"/>
              </a:buClr>
              <a:buSzPts val="2000"/>
              <a:buFont typeface="Arial"/>
              <a:buNone/>
              <a:defRPr sz="2000" b="0" i="0" u="none" strike="noStrike" cap="none">
                <a:solidFill>
                  <a:srgbClr val="FEFFFF"/>
                </a:solidFill>
                <a:latin typeface="Century Gothic"/>
                <a:ea typeface="Century Gothic"/>
                <a:cs typeface="Century Gothic"/>
                <a:sym typeface="Century Gothic"/>
              </a:defRPr>
            </a:lvl2pPr>
            <a:lvl3pPr marL="0" marR="0" lvl="2" indent="0" algn="r">
              <a:lnSpc>
                <a:spcPct val="100000"/>
              </a:lnSpc>
              <a:spcBef>
                <a:spcPts val="0"/>
              </a:spcBef>
              <a:spcAft>
                <a:spcPts val="0"/>
              </a:spcAft>
              <a:buClr>
                <a:srgbClr val="000000"/>
              </a:buClr>
              <a:buSzPts val="2000"/>
              <a:buFont typeface="Arial"/>
              <a:buNone/>
              <a:defRPr sz="2000" b="0" i="0" u="none" strike="noStrike" cap="none">
                <a:solidFill>
                  <a:srgbClr val="FEFFFF"/>
                </a:solidFill>
                <a:latin typeface="Century Gothic"/>
                <a:ea typeface="Century Gothic"/>
                <a:cs typeface="Century Gothic"/>
                <a:sym typeface="Century Gothic"/>
              </a:defRPr>
            </a:lvl3pPr>
            <a:lvl4pPr marL="0" marR="0" lvl="3" indent="0" algn="r">
              <a:lnSpc>
                <a:spcPct val="100000"/>
              </a:lnSpc>
              <a:spcBef>
                <a:spcPts val="0"/>
              </a:spcBef>
              <a:spcAft>
                <a:spcPts val="0"/>
              </a:spcAft>
              <a:buClr>
                <a:srgbClr val="000000"/>
              </a:buClr>
              <a:buSzPts val="2000"/>
              <a:buFont typeface="Arial"/>
              <a:buNone/>
              <a:defRPr sz="2000" b="0" i="0" u="none" strike="noStrike" cap="none">
                <a:solidFill>
                  <a:srgbClr val="FEFFFF"/>
                </a:solidFill>
                <a:latin typeface="Century Gothic"/>
                <a:ea typeface="Century Gothic"/>
                <a:cs typeface="Century Gothic"/>
                <a:sym typeface="Century Gothic"/>
              </a:defRPr>
            </a:lvl4pPr>
            <a:lvl5pPr marL="0" marR="0" lvl="4" indent="0" algn="r">
              <a:lnSpc>
                <a:spcPct val="100000"/>
              </a:lnSpc>
              <a:spcBef>
                <a:spcPts val="0"/>
              </a:spcBef>
              <a:spcAft>
                <a:spcPts val="0"/>
              </a:spcAft>
              <a:buClr>
                <a:srgbClr val="000000"/>
              </a:buClr>
              <a:buSzPts val="2000"/>
              <a:buFont typeface="Arial"/>
              <a:buNone/>
              <a:defRPr sz="2000" b="0" i="0" u="none" strike="noStrike" cap="none">
                <a:solidFill>
                  <a:srgbClr val="FEFFFF"/>
                </a:solidFill>
                <a:latin typeface="Century Gothic"/>
                <a:ea typeface="Century Gothic"/>
                <a:cs typeface="Century Gothic"/>
                <a:sym typeface="Century Gothic"/>
              </a:defRPr>
            </a:lvl5pPr>
            <a:lvl6pPr marL="0" marR="0" lvl="5" indent="0" algn="r">
              <a:lnSpc>
                <a:spcPct val="100000"/>
              </a:lnSpc>
              <a:spcBef>
                <a:spcPts val="0"/>
              </a:spcBef>
              <a:spcAft>
                <a:spcPts val="0"/>
              </a:spcAft>
              <a:buClr>
                <a:srgbClr val="000000"/>
              </a:buClr>
              <a:buSzPts val="2000"/>
              <a:buFont typeface="Arial"/>
              <a:buNone/>
              <a:defRPr sz="2000" b="0" i="0" u="none" strike="noStrike" cap="none">
                <a:solidFill>
                  <a:srgbClr val="FEFFFF"/>
                </a:solidFill>
                <a:latin typeface="Century Gothic"/>
                <a:ea typeface="Century Gothic"/>
                <a:cs typeface="Century Gothic"/>
                <a:sym typeface="Century Gothic"/>
              </a:defRPr>
            </a:lvl6pPr>
            <a:lvl7pPr marL="0" marR="0" lvl="6" indent="0" algn="r">
              <a:lnSpc>
                <a:spcPct val="100000"/>
              </a:lnSpc>
              <a:spcBef>
                <a:spcPts val="0"/>
              </a:spcBef>
              <a:spcAft>
                <a:spcPts val="0"/>
              </a:spcAft>
              <a:buClr>
                <a:srgbClr val="000000"/>
              </a:buClr>
              <a:buSzPts val="2000"/>
              <a:buFont typeface="Arial"/>
              <a:buNone/>
              <a:defRPr sz="2000" b="0" i="0" u="none" strike="noStrike" cap="none">
                <a:solidFill>
                  <a:srgbClr val="FEFFFF"/>
                </a:solidFill>
                <a:latin typeface="Century Gothic"/>
                <a:ea typeface="Century Gothic"/>
                <a:cs typeface="Century Gothic"/>
                <a:sym typeface="Century Gothic"/>
              </a:defRPr>
            </a:lvl7pPr>
            <a:lvl8pPr marL="0" marR="0" lvl="7" indent="0" algn="r">
              <a:lnSpc>
                <a:spcPct val="100000"/>
              </a:lnSpc>
              <a:spcBef>
                <a:spcPts val="0"/>
              </a:spcBef>
              <a:spcAft>
                <a:spcPts val="0"/>
              </a:spcAft>
              <a:buClr>
                <a:srgbClr val="000000"/>
              </a:buClr>
              <a:buSzPts val="2000"/>
              <a:buFont typeface="Arial"/>
              <a:buNone/>
              <a:defRPr sz="2000" b="0" i="0" u="none" strike="noStrike" cap="none">
                <a:solidFill>
                  <a:srgbClr val="FEFFFF"/>
                </a:solidFill>
                <a:latin typeface="Century Gothic"/>
                <a:ea typeface="Century Gothic"/>
                <a:cs typeface="Century Gothic"/>
                <a:sym typeface="Century Gothic"/>
              </a:defRPr>
            </a:lvl8pPr>
            <a:lvl9pPr marL="0" marR="0" lvl="8" indent="0" algn="r">
              <a:lnSpc>
                <a:spcPct val="100000"/>
              </a:lnSpc>
              <a:spcBef>
                <a:spcPts val="0"/>
              </a:spcBef>
              <a:spcAft>
                <a:spcPts val="0"/>
              </a:spcAft>
              <a:buClr>
                <a:srgbClr val="000000"/>
              </a:buClr>
              <a:buSzPts val="2000"/>
              <a:buFont typeface="Arial"/>
              <a:buNone/>
              <a:defRPr sz="2000" b="0" i="0" u="none" strike="noStrike" cap="none">
                <a:solidFill>
                  <a:srgbClr val="FEFFFF"/>
                </a:solidFill>
                <a:latin typeface="Century Gothic"/>
                <a:ea typeface="Century Gothic"/>
                <a:cs typeface="Century Gothic"/>
                <a:sym typeface="Century Gothic"/>
              </a:defRPr>
            </a:lvl9pPr>
          </a:lstStyle>
          <a:p>
            <a:pPr marL="0" lvl="0" indent="0" algn="r" rtl="0">
              <a:spcBef>
                <a:spcPts val="0"/>
              </a:spcBef>
              <a:spcAft>
                <a:spcPts val="0"/>
              </a:spcAft>
              <a:buNone/>
            </a:pPr>
            <a:fld id="{00000000-1234-1234-1234-123412341234}" type="slidenum">
              <a:rPr lang="en-US"/>
              <a:t>‹#›</a:t>
            </a:fld>
            <a:endParaRPr/>
          </a:p>
        </p:txBody>
      </p:sp>
      <p:sp>
        <p:nvSpPr>
          <p:cNvPr id="133" name="Google Shape;133;p13"/>
          <p:cNvSpPr txBox="1"/>
          <p:nvPr/>
        </p:nvSpPr>
        <p:spPr>
          <a:xfrm>
            <a:off x="2467652" y="648005"/>
            <a:ext cx="609600" cy="584776"/>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8000"/>
              <a:buFont typeface="Arial"/>
              <a:buNone/>
            </a:pPr>
            <a:r>
              <a:rPr lang="en-US" sz="8000" b="0" i="0" u="none" strike="noStrike" cap="none">
                <a:solidFill>
                  <a:schemeClr val="accent1"/>
                </a:solidFill>
                <a:latin typeface="Arial"/>
                <a:ea typeface="Arial"/>
                <a:cs typeface="Arial"/>
                <a:sym typeface="Arial"/>
              </a:rPr>
              <a:t>“</a:t>
            </a:r>
            <a:endParaRPr sz="1400" b="0" i="0" u="none" strike="noStrike" cap="none">
              <a:solidFill>
                <a:srgbClr val="000000"/>
              </a:solidFill>
              <a:latin typeface="Arial"/>
              <a:ea typeface="Arial"/>
              <a:cs typeface="Arial"/>
              <a:sym typeface="Arial"/>
            </a:endParaRPr>
          </a:p>
        </p:txBody>
      </p:sp>
      <p:sp>
        <p:nvSpPr>
          <p:cNvPr id="134" name="Google Shape;134;p13"/>
          <p:cNvSpPr txBox="1"/>
          <p:nvPr/>
        </p:nvSpPr>
        <p:spPr>
          <a:xfrm>
            <a:off x="11114852" y="2905306"/>
            <a:ext cx="609600" cy="584776"/>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8000"/>
              <a:buFont typeface="Arial"/>
              <a:buNone/>
            </a:pPr>
            <a:r>
              <a:rPr lang="en-US" sz="8000" b="0" i="0" u="none" strike="noStrike" cap="none">
                <a:solidFill>
                  <a:schemeClr val="accent1"/>
                </a:solidFill>
                <a:latin typeface="Arial"/>
                <a:ea typeface="Arial"/>
                <a:cs typeface="Arial"/>
                <a:sym typeface="Arial"/>
              </a:rPr>
              <a:t>”</a:t>
            </a:r>
            <a:endParaRPr sz="1400" b="0" i="0" u="none" strike="noStrike" cap="none">
              <a:solidFill>
                <a:srgbClr val="000000"/>
              </a:solidFill>
              <a:latin typeface="Arial"/>
              <a:ea typeface="Arial"/>
              <a:cs typeface="Arial"/>
              <a:sym typeface="Arial"/>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rue or False">
  <p:cSld name="True or False">
    <p:spTree>
      <p:nvGrpSpPr>
        <p:cNvPr id="1" name="Shape 135"/>
        <p:cNvGrpSpPr/>
        <p:nvPr/>
      </p:nvGrpSpPr>
      <p:grpSpPr>
        <a:xfrm>
          <a:off x="0" y="0"/>
          <a:ext cx="0" cy="0"/>
          <a:chOff x="0" y="0"/>
          <a:chExt cx="0" cy="0"/>
        </a:xfrm>
      </p:grpSpPr>
      <p:sp>
        <p:nvSpPr>
          <p:cNvPr id="136" name="Google Shape;136;p14"/>
          <p:cNvSpPr txBox="1">
            <a:spLocks noGrp="1"/>
          </p:cNvSpPr>
          <p:nvPr>
            <p:ph type="title"/>
          </p:nvPr>
        </p:nvSpPr>
        <p:spPr>
          <a:xfrm>
            <a:off x="2589212" y="627407"/>
            <a:ext cx="8915399" cy="2880020"/>
          </a:xfrm>
          <a:prstGeom prst="rect">
            <a:avLst/>
          </a:prstGeom>
          <a:noFill/>
          <a:ln>
            <a:noFill/>
          </a:ln>
        </p:spPr>
        <p:txBody>
          <a:bodyPr spcFirstLastPara="1" wrap="square" lIns="91425" tIns="45700" rIns="91425" bIns="45700" anchor="ctr" anchorCtr="0">
            <a:normAutofit/>
          </a:bodyPr>
          <a:lstStyle>
            <a:lvl1pPr lvl="0" algn="l">
              <a:lnSpc>
                <a:spcPct val="100000"/>
              </a:lnSpc>
              <a:spcBef>
                <a:spcPts val="0"/>
              </a:spcBef>
              <a:spcAft>
                <a:spcPts val="0"/>
              </a:spcAft>
              <a:buClr>
                <a:srgbClr val="168DBA"/>
              </a:buClr>
              <a:buSzPts val="4800"/>
              <a:buFont typeface="Century Gothic"/>
              <a:buNone/>
              <a:defRPr sz="4800" b="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37" name="Google Shape;137;p14"/>
          <p:cNvSpPr txBox="1">
            <a:spLocks noGrp="1"/>
          </p:cNvSpPr>
          <p:nvPr>
            <p:ph type="body" idx="1"/>
          </p:nvPr>
        </p:nvSpPr>
        <p:spPr>
          <a:xfrm>
            <a:off x="2589212" y="4343400"/>
            <a:ext cx="8915400" cy="838200"/>
          </a:xfrm>
          <a:prstGeom prst="rect">
            <a:avLst/>
          </a:prstGeom>
          <a:noFill/>
          <a:ln>
            <a:noFill/>
          </a:ln>
        </p:spPr>
        <p:txBody>
          <a:bodyPr spcFirstLastPara="1" wrap="square" lIns="91425" tIns="45700" rIns="91425" bIns="45700" anchor="b" anchorCtr="0">
            <a:noAutofit/>
          </a:bodyPr>
          <a:lstStyle>
            <a:lvl1pPr marL="457200" lvl="0" indent="-228600" algn="l">
              <a:lnSpc>
                <a:spcPct val="100000"/>
              </a:lnSpc>
              <a:spcBef>
                <a:spcPts val="1000"/>
              </a:spcBef>
              <a:spcAft>
                <a:spcPts val="0"/>
              </a:spcAft>
              <a:buSzPts val="2400"/>
              <a:buFont typeface="Century Gothic"/>
              <a:buNone/>
              <a:defRPr sz="2400">
                <a:solidFill>
                  <a:schemeClr val="accent1"/>
                </a:solidFill>
              </a:defRPr>
            </a:lvl1pPr>
            <a:lvl2pPr marL="914400" lvl="1" indent="-228600" algn="l">
              <a:lnSpc>
                <a:spcPct val="100000"/>
              </a:lnSpc>
              <a:spcBef>
                <a:spcPts val="1000"/>
              </a:spcBef>
              <a:spcAft>
                <a:spcPts val="0"/>
              </a:spcAft>
              <a:buSzPts val="1600"/>
              <a:buFont typeface="Century Gothic"/>
              <a:buNone/>
              <a:defRPr/>
            </a:lvl2pPr>
            <a:lvl3pPr marL="1371600" lvl="2" indent="-228600" algn="l">
              <a:lnSpc>
                <a:spcPct val="100000"/>
              </a:lnSpc>
              <a:spcBef>
                <a:spcPts val="1000"/>
              </a:spcBef>
              <a:spcAft>
                <a:spcPts val="0"/>
              </a:spcAft>
              <a:buSzPts val="1400"/>
              <a:buFont typeface="Century Gothic"/>
              <a:buNone/>
              <a:defRPr/>
            </a:lvl3pPr>
            <a:lvl4pPr marL="1828800" lvl="3" indent="-228600" algn="l">
              <a:lnSpc>
                <a:spcPct val="100000"/>
              </a:lnSpc>
              <a:spcBef>
                <a:spcPts val="1000"/>
              </a:spcBef>
              <a:spcAft>
                <a:spcPts val="0"/>
              </a:spcAft>
              <a:buSzPts val="1200"/>
              <a:buFont typeface="Century Gothic"/>
              <a:buNone/>
              <a:defRPr/>
            </a:lvl4pPr>
            <a:lvl5pPr marL="2286000" lvl="4" indent="-228600" algn="l">
              <a:lnSpc>
                <a:spcPct val="100000"/>
              </a:lnSpc>
              <a:spcBef>
                <a:spcPts val="1000"/>
              </a:spcBef>
              <a:spcAft>
                <a:spcPts val="0"/>
              </a:spcAft>
              <a:buSzPts val="1200"/>
              <a:buFont typeface="Century Gothic"/>
              <a:buNone/>
              <a:defRPr/>
            </a:lvl5pPr>
            <a:lvl6pPr marL="2743200" lvl="5" indent="-342900" algn="l">
              <a:lnSpc>
                <a:spcPct val="100000"/>
              </a:lnSpc>
              <a:spcBef>
                <a:spcPts val="1000"/>
              </a:spcBef>
              <a:spcAft>
                <a:spcPts val="0"/>
              </a:spcAft>
              <a:buSzPts val="1800"/>
              <a:buChar char="?"/>
              <a:defRPr/>
            </a:lvl6pPr>
            <a:lvl7pPr marL="3200400" lvl="6" indent="-342900" algn="l">
              <a:lnSpc>
                <a:spcPct val="100000"/>
              </a:lnSpc>
              <a:spcBef>
                <a:spcPts val="1000"/>
              </a:spcBef>
              <a:spcAft>
                <a:spcPts val="0"/>
              </a:spcAft>
              <a:buSzPts val="1800"/>
              <a:buChar char="?"/>
              <a:defRPr/>
            </a:lvl7pPr>
            <a:lvl8pPr marL="3657600" lvl="7" indent="-342900" algn="l">
              <a:lnSpc>
                <a:spcPct val="100000"/>
              </a:lnSpc>
              <a:spcBef>
                <a:spcPts val="1000"/>
              </a:spcBef>
              <a:spcAft>
                <a:spcPts val="0"/>
              </a:spcAft>
              <a:buSzPts val="1800"/>
              <a:buChar char="?"/>
              <a:defRPr/>
            </a:lvl8pPr>
            <a:lvl9pPr marL="4114800" lvl="8" indent="-342900" algn="l">
              <a:lnSpc>
                <a:spcPct val="100000"/>
              </a:lnSpc>
              <a:spcBef>
                <a:spcPts val="1000"/>
              </a:spcBef>
              <a:spcAft>
                <a:spcPts val="0"/>
              </a:spcAft>
              <a:buSzPts val="1800"/>
              <a:buChar char="?"/>
              <a:defRPr/>
            </a:lvl9pPr>
          </a:lstStyle>
          <a:p>
            <a:endParaRPr/>
          </a:p>
        </p:txBody>
      </p:sp>
      <p:sp>
        <p:nvSpPr>
          <p:cNvPr id="138" name="Google Shape;138;p14"/>
          <p:cNvSpPr txBox="1">
            <a:spLocks noGrp="1"/>
          </p:cNvSpPr>
          <p:nvPr>
            <p:ph type="body" idx="2"/>
          </p:nvPr>
        </p:nvSpPr>
        <p:spPr>
          <a:xfrm>
            <a:off x="2589213" y="5181600"/>
            <a:ext cx="8915400" cy="729622"/>
          </a:xfrm>
          <a:prstGeom prst="rect">
            <a:avLst/>
          </a:prstGeom>
          <a:noFill/>
          <a:ln>
            <a:noFill/>
          </a:ln>
        </p:spPr>
        <p:txBody>
          <a:bodyPr spcFirstLastPara="1" wrap="square" lIns="91425" tIns="45700" rIns="91425" bIns="45700" anchor="t" anchorCtr="0">
            <a:normAutofit/>
          </a:bodyPr>
          <a:lstStyle>
            <a:lvl1pPr marL="457200" lvl="0" indent="-228600" algn="l">
              <a:lnSpc>
                <a:spcPct val="100000"/>
              </a:lnSpc>
              <a:spcBef>
                <a:spcPts val="1000"/>
              </a:spcBef>
              <a:spcAft>
                <a:spcPts val="0"/>
              </a:spcAft>
              <a:buSzPts val="1800"/>
              <a:buNone/>
              <a:defRPr>
                <a:solidFill>
                  <a:srgbClr val="595959"/>
                </a:solidFill>
              </a:defRPr>
            </a:lvl1pPr>
            <a:lvl2pPr marL="914400" lvl="1" indent="-342900" algn="l">
              <a:lnSpc>
                <a:spcPct val="100000"/>
              </a:lnSpc>
              <a:spcBef>
                <a:spcPts val="1000"/>
              </a:spcBef>
              <a:spcAft>
                <a:spcPts val="0"/>
              </a:spcAft>
              <a:buSzPts val="1800"/>
              <a:buChar char="?"/>
              <a:defRPr/>
            </a:lvl2pPr>
            <a:lvl3pPr marL="1371600" lvl="2" indent="-342900" algn="l">
              <a:lnSpc>
                <a:spcPct val="100000"/>
              </a:lnSpc>
              <a:spcBef>
                <a:spcPts val="1000"/>
              </a:spcBef>
              <a:spcAft>
                <a:spcPts val="0"/>
              </a:spcAft>
              <a:buSzPts val="1800"/>
              <a:buChar char="?"/>
              <a:defRPr/>
            </a:lvl3pPr>
            <a:lvl4pPr marL="1828800" lvl="3" indent="-342900" algn="l">
              <a:lnSpc>
                <a:spcPct val="100000"/>
              </a:lnSpc>
              <a:spcBef>
                <a:spcPts val="1000"/>
              </a:spcBef>
              <a:spcAft>
                <a:spcPts val="0"/>
              </a:spcAft>
              <a:buSzPts val="1800"/>
              <a:buChar char="?"/>
              <a:defRPr/>
            </a:lvl4pPr>
            <a:lvl5pPr marL="2286000" lvl="4" indent="-342900" algn="l">
              <a:lnSpc>
                <a:spcPct val="100000"/>
              </a:lnSpc>
              <a:spcBef>
                <a:spcPts val="1000"/>
              </a:spcBef>
              <a:spcAft>
                <a:spcPts val="0"/>
              </a:spcAft>
              <a:buSzPts val="1800"/>
              <a:buChar char="?"/>
              <a:defRPr/>
            </a:lvl5pPr>
            <a:lvl6pPr marL="2743200" lvl="5" indent="-342900" algn="l">
              <a:lnSpc>
                <a:spcPct val="100000"/>
              </a:lnSpc>
              <a:spcBef>
                <a:spcPts val="1000"/>
              </a:spcBef>
              <a:spcAft>
                <a:spcPts val="0"/>
              </a:spcAft>
              <a:buSzPts val="1800"/>
              <a:buChar char="?"/>
              <a:defRPr/>
            </a:lvl6pPr>
            <a:lvl7pPr marL="3200400" lvl="6" indent="-342900" algn="l">
              <a:lnSpc>
                <a:spcPct val="100000"/>
              </a:lnSpc>
              <a:spcBef>
                <a:spcPts val="1000"/>
              </a:spcBef>
              <a:spcAft>
                <a:spcPts val="0"/>
              </a:spcAft>
              <a:buSzPts val="1800"/>
              <a:buChar char="?"/>
              <a:defRPr/>
            </a:lvl7pPr>
            <a:lvl8pPr marL="3657600" lvl="7" indent="-342900" algn="l">
              <a:lnSpc>
                <a:spcPct val="100000"/>
              </a:lnSpc>
              <a:spcBef>
                <a:spcPts val="1000"/>
              </a:spcBef>
              <a:spcAft>
                <a:spcPts val="0"/>
              </a:spcAft>
              <a:buSzPts val="1800"/>
              <a:buChar char="?"/>
              <a:defRPr/>
            </a:lvl8pPr>
            <a:lvl9pPr marL="4114800" lvl="8" indent="-342900" algn="l">
              <a:lnSpc>
                <a:spcPct val="100000"/>
              </a:lnSpc>
              <a:spcBef>
                <a:spcPts val="1000"/>
              </a:spcBef>
              <a:spcAft>
                <a:spcPts val="0"/>
              </a:spcAft>
              <a:buSzPts val="1800"/>
              <a:buChar char="?"/>
              <a:defRPr/>
            </a:lvl9pPr>
          </a:lstStyle>
          <a:p>
            <a:endParaRPr/>
          </a:p>
        </p:txBody>
      </p:sp>
      <p:sp>
        <p:nvSpPr>
          <p:cNvPr id="139" name="Google Shape;139;p14"/>
          <p:cNvSpPr txBox="1">
            <a:spLocks noGrp="1"/>
          </p:cNvSpPr>
          <p:nvPr>
            <p:ph type="dt" idx="10"/>
          </p:nvPr>
        </p:nvSpPr>
        <p:spPr>
          <a:xfrm>
            <a:off x="10361612" y="6130437"/>
            <a:ext cx="1146283" cy="370396"/>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40" name="Google Shape;140;p14"/>
          <p:cNvSpPr txBox="1">
            <a:spLocks noGrp="1"/>
          </p:cNvSpPr>
          <p:nvPr>
            <p:ph type="ftr" idx="11"/>
          </p:nvPr>
        </p:nvSpPr>
        <p:spPr>
          <a:xfrm>
            <a:off x="2589212" y="6135808"/>
            <a:ext cx="7619999"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41" name="Google Shape;141;p14"/>
          <p:cNvSpPr/>
          <p:nvPr/>
        </p:nvSpPr>
        <p:spPr>
          <a:xfrm rot="10800000" flipH="1">
            <a:off x="-4189" y="4911725"/>
            <a:ext cx="1588527" cy="507297"/>
          </a:xfrm>
          <a:custGeom>
            <a:avLst/>
            <a:gdLst/>
            <a:ahLst/>
            <a:cxnLst/>
            <a:rect l="l" t="t" r="r" b="b"/>
            <a:pathLst>
              <a:path w="9248" h="10000" extrusionOk="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42" name="Google Shape;142;p14"/>
          <p:cNvSpPr txBox="1">
            <a:spLocks noGrp="1"/>
          </p:cNvSpPr>
          <p:nvPr>
            <p:ph type="sldNum" idx="12"/>
          </p:nvPr>
        </p:nvSpPr>
        <p:spPr>
          <a:xfrm>
            <a:off x="531812" y="4983087"/>
            <a:ext cx="779767"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2000"/>
              <a:buFont typeface="Arial"/>
              <a:buNone/>
              <a:defRPr sz="2000" b="0" i="0" u="none" strike="noStrike" cap="none">
                <a:solidFill>
                  <a:srgbClr val="FEFFFF"/>
                </a:solidFill>
                <a:latin typeface="Century Gothic"/>
                <a:ea typeface="Century Gothic"/>
                <a:cs typeface="Century Gothic"/>
                <a:sym typeface="Century Gothic"/>
              </a:defRPr>
            </a:lvl1pPr>
            <a:lvl2pPr marL="0" marR="0" lvl="1" indent="0" algn="r">
              <a:lnSpc>
                <a:spcPct val="100000"/>
              </a:lnSpc>
              <a:spcBef>
                <a:spcPts val="0"/>
              </a:spcBef>
              <a:spcAft>
                <a:spcPts val="0"/>
              </a:spcAft>
              <a:buClr>
                <a:srgbClr val="000000"/>
              </a:buClr>
              <a:buSzPts val="2000"/>
              <a:buFont typeface="Arial"/>
              <a:buNone/>
              <a:defRPr sz="2000" b="0" i="0" u="none" strike="noStrike" cap="none">
                <a:solidFill>
                  <a:srgbClr val="FEFFFF"/>
                </a:solidFill>
                <a:latin typeface="Century Gothic"/>
                <a:ea typeface="Century Gothic"/>
                <a:cs typeface="Century Gothic"/>
                <a:sym typeface="Century Gothic"/>
              </a:defRPr>
            </a:lvl2pPr>
            <a:lvl3pPr marL="0" marR="0" lvl="2" indent="0" algn="r">
              <a:lnSpc>
                <a:spcPct val="100000"/>
              </a:lnSpc>
              <a:spcBef>
                <a:spcPts val="0"/>
              </a:spcBef>
              <a:spcAft>
                <a:spcPts val="0"/>
              </a:spcAft>
              <a:buClr>
                <a:srgbClr val="000000"/>
              </a:buClr>
              <a:buSzPts val="2000"/>
              <a:buFont typeface="Arial"/>
              <a:buNone/>
              <a:defRPr sz="2000" b="0" i="0" u="none" strike="noStrike" cap="none">
                <a:solidFill>
                  <a:srgbClr val="FEFFFF"/>
                </a:solidFill>
                <a:latin typeface="Century Gothic"/>
                <a:ea typeface="Century Gothic"/>
                <a:cs typeface="Century Gothic"/>
                <a:sym typeface="Century Gothic"/>
              </a:defRPr>
            </a:lvl3pPr>
            <a:lvl4pPr marL="0" marR="0" lvl="3" indent="0" algn="r">
              <a:lnSpc>
                <a:spcPct val="100000"/>
              </a:lnSpc>
              <a:spcBef>
                <a:spcPts val="0"/>
              </a:spcBef>
              <a:spcAft>
                <a:spcPts val="0"/>
              </a:spcAft>
              <a:buClr>
                <a:srgbClr val="000000"/>
              </a:buClr>
              <a:buSzPts val="2000"/>
              <a:buFont typeface="Arial"/>
              <a:buNone/>
              <a:defRPr sz="2000" b="0" i="0" u="none" strike="noStrike" cap="none">
                <a:solidFill>
                  <a:srgbClr val="FEFFFF"/>
                </a:solidFill>
                <a:latin typeface="Century Gothic"/>
                <a:ea typeface="Century Gothic"/>
                <a:cs typeface="Century Gothic"/>
                <a:sym typeface="Century Gothic"/>
              </a:defRPr>
            </a:lvl4pPr>
            <a:lvl5pPr marL="0" marR="0" lvl="4" indent="0" algn="r">
              <a:lnSpc>
                <a:spcPct val="100000"/>
              </a:lnSpc>
              <a:spcBef>
                <a:spcPts val="0"/>
              </a:spcBef>
              <a:spcAft>
                <a:spcPts val="0"/>
              </a:spcAft>
              <a:buClr>
                <a:srgbClr val="000000"/>
              </a:buClr>
              <a:buSzPts val="2000"/>
              <a:buFont typeface="Arial"/>
              <a:buNone/>
              <a:defRPr sz="2000" b="0" i="0" u="none" strike="noStrike" cap="none">
                <a:solidFill>
                  <a:srgbClr val="FEFFFF"/>
                </a:solidFill>
                <a:latin typeface="Century Gothic"/>
                <a:ea typeface="Century Gothic"/>
                <a:cs typeface="Century Gothic"/>
                <a:sym typeface="Century Gothic"/>
              </a:defRPr>
            </a:lvl5pPr>
            <a:lvl6pPr marL="0" marR="0" lvl="5" indent="0" algn="r">
              <a:lnSpc>
                <a:spcPct val="100000"/>
              </a:lnSpc>
              <a:spcBef>
                <a:spcPts val="0"/>
              </a:spcBef>
              <a:spcAft>
                <a:spcPts val="0"/>
              </a:spcAft>
              <a:buClr>
                <a:srgbClr val="000000"/>
              </a:buClr>
              <a:buSzPts val="2000"/>
              <a:buFont typeface="Arial"/>
              <a:buNone/>
              <a:defRPr sz="2000" b="0" i="0" u="none" strike="noStrike" cap="none">
                <a:solidFill>
                  <a:srgbClr val="FEFFFF"/>
                </a:solidFill>
                <a:latin typeface="Century Gothic"/>
                <a:ea typeface="Century Gothic"/>
                <a:cs typeface="Century Gothic"/>
                <a:sym typeface="Century Gothic"/>
              </a:defRPr>
            </a:lvl6pPr>
            <a:lvl7pPr marL="0" marR="0" lvl="6" indent="0" algn="r">
              <a:lnSpc>
                <a:spcPct val="100000"/>
              </a:lnSpc>
              <a:spcBef>
                <a:spcPts val="0"/>
              </a:spcBef>
              <a:spcAft>
                <a:spcPts val="0"/>
              </a:spcAft>
              <a:buClr>
                <a:srgbClr val="000000"/>
              </a:buClr>
              <a:buSzPts val="2000"/>
              <a:buFont typeface="Arial"/>
              <a:buNone/>
              <a:defRPr sz="2000" b="0" i="0" u="none" strike="noStrike" cap="none">
                <a:solidFill>
                  <a:srgbClr val="FEFFFF"/>
                </a:solidFill>
                <a:latin typeface="Century Gothic"/>
                <a:ea typeface="Century Gothic"/>
                <a:cs typeface="Century Gothic"/>
                <a:sym typeface="Century Gothic"/>
              </a:defRPr>
            </a:lvl7pPr>
            <a:lvl8pPr marL="0" marR="0" lvl="7" indent="0" algn="r">
              <a:lnSpc>
                <a:spcPct val="100000"/>
              </a:lnSpc>
              <a:spcBef>
                <a:spcPts val="0"/>
              </a:spcBef>
              <a:spcAft>
                <a:spcPts val="0"/>
              </a:spcAft>
              <a:buClr>
                <a:srgbClr val="000000"/>
              </a:buClr>
              <a:buSzPts val="2000"/>
              <a:buFont typeface="Arial"/>
              <a:buNone/>
              <a:defRPr sz="2000" b="0" i="0" u="none" strike="noStrike" cap="none">
                <a:solidFill>
                  <a:srgbClr val="FEFFFF"/>
                </a:solidFill>
                <a:latin typeface="Century Gothic"/>
                <a:ea typeface="Century Gothic"/>
                <a:cs typeface="Century Gothic"/>
                <a:sym typeface="Century Gothic"/>
              </a:defRPr>
            </a:lvl8pPr>
            <a:lvl9pPr marL="0" marR="0" lvl="8" indent="0" algn="r">
              <a:lnSpc>
                <a:spcPct val="100000"/>
              </a:lnSpc>
              <a:spcBef>
                <a:spcPts val="0"/>
              </a:spcBef>
              <a:spcAft>
                <a:spcPts val="0"/>
              </a:spcAft>
              <a:buClr>
                <a:srgbClr val="000000"/>
              </a:buClr>
              <a:buSzPts val="2000"/>
              <a:buFont typeface="Arial"/>
              <a:buNone/>
              <a:defRPr sz="2000" b="0" i="0" u="none" strike="noStrike" cap="none">
                <a:solidFill>
                  <a:srgbClr val="FEFFFF"/>
                </a:solidFill>
                <a:latin typeface="Century Gothic"/>
                <a:ea typeface="Century Gothic"/>
                <a:cs typeface="Century Gothic"/>
                <a:sym typeface="Century Gothic"/>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143"/>
        <p:cNvGrpSpPr/>
        <p:nvPr/>
      </p:nvGrpSpPr>
      <p:grpSpPr>
        <a:xfrm>
          <a:off x="0" y="0"/>
          <a:ext cx="0" cy="0"/>
          <a:chOff x="0" y="0"/>
          <a:chExt cx="0" cy="0"/>
        </a:xfrm>
      </p:grpSpPr>
      <p:sp>
        <p:nvSpPr>
          <p:cNvPr id="144" name="Google Shape;144;p15"/>
          <p:cNvSpPr txBox="1">
            <a:spLocks noGrp="1"/>
          </p:cNvSpPr>
          <p:nvPr>
            <p:ph type="title"/>
          </p:nvPr>
        </p:nvSpPr>
        <p:spPr>
          <a:xfrm>
            <a:off x="2592924" y="624110"/>
            <a:ext cx="8911687" cy="1280890"/>
          </a:xfrm>
          <a:prstGeom prst="rect">
            <a:avLst/>
          </a:prstGeom>
          <a:noFill/>
          <a:ln>
            <a:noFill/>
          </a:ln>
        </p:spPr>
        <p:txBody>
          <a:bodyPr spcFirstLastPara="1" wrap="square" lIns="91425" tIns="45700" rIns="91425" bIns="45700" anchor="t" anchorCtr="0">
            <a:normAutofit/>
          </a:bodyPr>
          <a:lstStyle>
            <a:lvl1pPr lvl="0" algn="l">
              <a:lnSpc>
                <a:spcPct val="100000"/>
              </a:lnSpc>
              <a:spcBef>
                <a:spcPts val="0"/>
              </a:spcBef>
              <a:spcAft>
                <a:spcPts val="0"/>
              </a:spcAft>
              <a:buClr>
                <a:srgbClr val="168DBA"/>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45" name="Google Shape;145;p15"/>
          <p:cNvSpPr txBox="1">
            <a:spLocks noGrp="1"/>
          </p:cNvSpPr>
          <p:nvPr>
            <p:ph type="body" idx="1"/>
          </p:nvPr>
        </p:nvSpPr>
        <p:spPr>
          <a:xfrm rot="5400000">
            <a:off x="5103812" y="-381000"/>
            <a:ext cx="3886200" cy="8915400"/>
          </a:xfrm>
          <a:prstGeom prst="rect">
            <a:avLst/>
          </a:prstGeom>
          <a:noFill/>
          <a:ln>
            <a:noFill/>
          </a:ln>
        </p:spPr>
        <p:txBody>
          <a:bodyPr spcFirstLastPara="1" wrap="square" lIns="91425" tIns="45700" rIns="91425" bIns="45700" anchor="t" anchorCtr="0">
            <a:normAutofit/>
          </a:bodyPr>
          <a:lstStyle>
            <a:lvl1pPr marL="457200" lvl="0" indent="-342900" algn="l">
              <a:lnSpc>
                <a:spcPct val="100000"/>
              </a:lnSpc>
              <a:spcBef>
                <a:spcPts val="1000"/>
              </a:spcBef>
              <a:spcAft>
                <a:spcPts val="0"/>
              </a:spcAft>
              <a:buSzPts val="1800"/>
              <a:buChar char="?"/>
              <a:defRPr/>
            </a:lvl1pPr>
            <a:lvl2pPr marL="914400" lvl="1" indent="-342900" algn="l">
              <a:lnSpc>
                <a:spcPct val="100000"/>
              </a:lnSpc>
              <a:spcBef>
                <a:spcPts val="1000"/>
              </a:spcBef>
              <a:spcAft>
                <a:spcPts val="0"/>
              </a:spcAft>
              <a:buSzPts val="1800"/>
              <a:buChar char="?"/>
              <a:defRPr/>
            </a:lvl2pPr>
            <a:lvl3pPr marL="1371600" lvl="2" indent="-342900" algn="l">
              <a:lnSpc>
                <a:spcPct val="100000"/>
              </a:lnSpc>
              <a:spcBef>
                <a:spcPts val="1000"/>
              </a:spcBef>
              <a:spcAft>
                <a:spcPts val="0"/>
              </a:spcAft>
              <a:buSzPts val="1800"/>
              <a:buChar char="?"/>
              <a:defRPr/>
            </a:lvl3pPr>
            <a:lvl4pPr marL="1828800" lvl="3" indent="-342900" algn="l">
              <a:lnSpc>
                <a:spcPct val="100000"/>
              </a:lnSpc>
              <a:spcBef>
                <a:spcPts val="1000"/>
              </a:spcBef>
              <a:spcAft>
                <a:spcPts val="0"/>
              </a:spcAft>
              <a:buSzPts val="1800"/>
              <a:buChar char="?"/>
              <a:defRPr/>
            </a:lvl4pPr>
            <a:lvl5pPr marL="2286000" lvl="4" indent="-342900" algn="l">
              <a:lnSpc>
                <a:spcPct val="100000"/>
              </a:lnSpc>
              <a:spcBef>
                <a:spcPts val="1000"/>
              </a:spcBef>
              <a:spcAft>
                <a:spcPts val="0"/>
              </a:spcAft>
              <a:buSzPts val="1800"/>
              <a:buChar char="?"/>
              <a:defRPr/>
            </a:lvl5pPr>
            <a:lvl6pPr marL="2743200" lvl="5" indent="-342900" algn="l">
              <a:lnSpc>
                <a:spcPct val="100000"/>
              </a:lnSpc>
              <a:spcBef>
                <a:spcPts val="1000"/>
              </a:spcBef>
              <a:spcAft>
                <a:spcPts val="0"/>
              </a:spcAft>
              <a:buSzPts val="1800"/>
              <a:buChar char="?"/>
              <a:defRPr/>
            </a:lvl6pPr>
            <a:lvl7pPr marL="3200400" lvl="6" indent="-342900" algn="l">
              <a:lnSpc>
                <a:spcPct val="100000"/>
              </a:lnSpc>
              <a:spcBef>
                <a:spcPts val="1000"/>
              </a:spcBef>
              <a:spcAft>
                <a:spcPts val="0"/>
              </a:spcAft>
              <a:buSzPts val="1800"/>
              <a:buChar char="?"/>
              <a:defRPr/>
            </a:lvl7pPr>
            <a:lvl8pPr marL="3657600" lvl="7" indent="-342900" algn="l">
              <a:lnSpc>
                <a:spcPct val="100000"/>
              </a:lnSpc>
              <a:spcBef>
                <a:spcPts val="1000"/>
              </a:spcBef>
              <a:spcAft>
                <a:spcPts val="0"/>
              </a:spcAft>
              <a:buSzPts val="1800"/>
              <a:buChar char="?"/>
              <a:defRPr/>
            </a:lvl8pPr>
            <a:lvl9pPr marL="4114800" lvl="8" indent="-342900" algn="l">
              <a:lnSpc>
                <a:spcPct val="100000"/>
              </a:lnSpc>
              <a:spcBef>
                <a:spcPts val="1000"/>
              </a:spcBef>
              <a:spcAft>
                <a:spcPts val="0"/>
              </a:spcAft>
              <a:buSzPts val="1800"/>
              <a:buChar char="?"/>
              <a:defRPr/>
            </a:lvl9pPr>
          </a:lstStyle>
          <a:p>
            <a:endParaRPr/>
          </a:p>
        </p:txBody>
      </p:sp>
      <p:sp>
        <p:nvSpPr>
          <p:cNvPr id="146" name="Google Shape;146;p15"/>
          <p:cNvSpPr txBox="1">
            <a:spLocks noGrp="1"/>
          </p:cNvSpPr>
          <p:nvPr>
            <p:ph type="dt" idx="10"/>
          </p:nvPr>
        </p:nvSpPr>
        <p:spPr>
          <a:xfrm>
            <a:off x="10361612" y="6130437"/>
            <a:ext cx="1146283" cy="370396"/>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47" name="Google Shape;147;p15"/>
          <p:cNvSpPr txBox="1">
            <a:spLocks noGrp="1"/>
          </p:cNvSpPr>
          <p:nvPr>
            <p:ph type="ftr" idx="11"/>
          </p:nvPr>
        </p:nvSpPr>
        <p:spPr>
          <a:xfrm>
            <a:off x="2589212" y="6135808"/>
            <a:ext cx="7619999"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48" name="Google Shape;148;p15"/>
          <p:cNvSpPr/>
          <p:nvPr/>
        </p:nvSpPr>
        <p:spPr>
          <a:xfrm rot="10800000" flipH="1">
            <a:off x="-4189" y="714375"/>
            <a:ext cx="1588527" cy="507297"/>
          </a:xfrm>
          <a:custGeom>
            <a:avLst/>
            <a:gdLst/>
            <a:ahLst/>
            <a:cxnLst/>
            <a:rect l="l" t="t" r="r" b="b"/>
            <a:pathLst>
              <a:path w="9248" h="10000" extrusionOk="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49" name="Google Shape;149;p15"/>
          <p:cNvSpPr txBox="1">
            <a:spLocks noGrp="1"/>
          </p:cNvSpPr>
          <p:nvPr>
            <p:ph type="sldNum" idx="12"/>
          </p:nvPr>
        </p:nvSpPr>
        <p:spPr>
          <a:xfrm>
            <a:off x="531812" y="787782"/>
            <a:ext cx="779767"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2000"/>
              <a:buFont typeface="Arial"/>
              <a:buNone/>
              <a:defRPr sz="2000" b="0" i="0" u="none" strike="noStrike" cap="none">
                <a:solidFill>
                  <a:srgbClr val="FEFFFF"/>
                </a:solidFill>
                <a:latin typeface="Century Gothic"/>
                <a:ea typeface="Century Gothic"/>
                <a:cs typeface="Century Gothic"/>
                <a:sym typeface="Century Gothic"/>
              </a:defRPr>
            </a:lvl1pPr>
            <a:lvl2pPr marL="0" marR="0" lvl="1" indent="0" algn="r">
              <a:lnSpc>
                <a:spcPct val="100000"/>
              </a:lnSpc>
              <a:spcBef>
                <a:spcPts val="0"/>
              </a:spcBef>
              <a:spcAft>
                <a:spcPts val="0"/>
              </a:spcAft>
              <a:buClr>
                <a:srgbClr val="000000"/>
              </a:buClr>
              <a:buSzPts val="2000"/>
              <a:buFont typeface="Arial"/>
              <a:buNone/>
              <a:defRPr sz="2000" b="0" i="0" u="none" strike="noStrike" cap="none">
                <a:solidFill>
                  <a:srgbClr val="FEFFFF"/>
                </a:solidFill>
                <a:latin typeface="Century Gothic"/>
                <a:ea typeface="Century Gothic"/>
                <a:cs typeface="Century Gothic"/>
                <a:sym typeface="Century Gothic"/>
              </a:defRPr>
            </a:lvl2pPr>
            <a:lvl3pPr marL="0" marR="0" lvl="2" indent="0" algn="r">
              <a:lnSpc>
                <a:spcPct val="100000"/>
              </a:lnSpc>
              <a:spcBef>
                <a:spcPts val="0"/>
              </a:spcBef>
              <a:spcAft>
                <a:spcPts val="0"/>
              </a:spcAft>
              <a:buClr>
                <a:srgbClr val="000000"/>
              </a:buClr>
              <a:buSzPts val="2000"/>
              <a:buFont typeface="Arial"/>
              <a:buNone/>
              <a:defRPr sz="2000" b="0" i="0" u="none" strike="noStrike" cap="none">
                <a:solidFill>
                  <a:srgbClr val="FEFFFF"/>
                </a:solidFill>
                <a:latin typeface="Century Gothic"/>
                <a:ea typeface="Century Gothic"/>
                <a:cs typeface="Century Gothic"/>
                <a:sym typeface="Century Gothic"/>
              </a:defRPr>
            </a:lvl3pPr>
            <a:lvl4pPr marL="0" marR="0" lvl="3" indent="0" algn="r">
              <a:lnSpc>
                <a:spcPct val="100000"/>
              </a:lnSpc>
              <a:spcBef>
                <a:spcPts val="0"/>
              </a:spcBef>
              <a:spcAft>
                <a:spcPts val="0"/>
              </a:spcAft>
              <a:buClr>
                <a:srgbClr val="000000"/>
              </a:buClr>
              <a:buSzPts val="2000"/>
              <a:buFont typeface="Arial"/>
              <a:buNone/>
              <a:defRPr sz="2000" b="0" i="0" u="none" strike="noStrike" cap="none">
                <a:solidFill>
                  <a:srgbClr val="FEFFFF"/>
                </a:solidFill>
                <a:latin typeface="Century Gothic"/>
                <a:ea typeface="Century Gothic"/>
                <a:cs typeface="Century Gothic"/>
                <a:sym typeface="Century Gothic"/>
              </a:defRPr>
            </a:lvl4pPr>
            <a:lvl5pPr marL="0" marR="0" lvl="4" indent="0" algn="r">
              <a:lnSpc>
                <a:spcPct val="100000"/>
              </a:lnSpc>
              <a:spcBef>
                <a:spcPts val="0"/>
              </a:spcBef>
              <a:spcAft>
                <a:spcPts val="0"/>
              </a:spcAft>
              <a:buClr>
                <a:srgbClr val="000000"/>
              </a:buClr>
              <a:buSzPts val="2000"/>
              <a:buFont typeface="Arial"/>
              <a:buNone/>
              <a:defRPr sz="2000" b="0" i="0" u="none" strike="noStrike" cap="none">
                <a:solidFill>
                  <a:srgbClr val="FEFFFF"/>
                </a:solidFill>
                <a:latin typeface="Century Gothic"/>
                <a:ea typeface="Century Gothic"/>
                <a:cs typeface="Century Gothic"/>
                <a:sym typeface="Century Gothic"/>
              </a:defRPr>
            </a:lvl5pPr>
            <a:lvl6pPr marL="0" marR="0" lvl="5" indent="0" algn="r">
              <a:lnSpc>
                <a:spcPct val="100000"/>
              </a:lnSpc>
              <a:spcBef>
                <a:spcPts val="0"/>
              </a:spcBef>
              <a:spcAft>
                <a:spcPts val="0"/>
              </a:spcAft>
              <a:buClr>
                <a:srgbClr val="000000"/>
              </a:buClr>
              <a:buSzPts val="2000"/>
              <a:buFont typeface="Arial"/>
              <a:buNone/>
              <a:defRPr sz="2000" b="0" i="0" u="none" strike="noStrike" cap="none">
                <a:solidFill>
                  <a:srgbClr val="FEFFFF"/>
                </a:solidFill>
                <a:latin typeface="Century Gothic"/>
                <a:ea typeface="Century Gothic"/>
                <a:cs typeface="Century Gothic"/>
                <a:sym typeface="Century Gothic"/>
              </a:defRPr>
            </a:lvl6pPr>
            <a:lvl7pPr marL="0" marR="0" lvl="6" indent="0" algn="r">
              <a:lnSpc>
                <a:spcPct val="100000"/>
              </a:lnSpc>
              <a:spcBef>
                <a:spcPts val="0"/>
              </a:spcBef>
              <a:spcAft>
                <a:spcPts val="0"/>
              </a:spcAft>
              <a:buClr>
                <a:srgbClr val="000000"/>
              </a:buClr>
              <a:buSzPts val="2000"/>
              <a:buFont typeface="Arial"/>
              <a:buNone/>
              <a:defRPr sz="2000" b="0" i="0" u="none" strike="noStrike" cap="none">
                <a:solidFill>
                  <a:srgbClr val="FEFFFF"/>
                </a:solidFill>
                <a:latin typeface="Century Gothic"/>
                <a:ea typeface="Century Gothic"/>
                <a:cs typeface="Century Gothic"/>
                <a:sym typeface="Century Gothic"/>
              </a:defRPr>
            </a:lvl7pPr>
            <a:lvl8pPr marL="0" marR="0" lvl="7" indent="0" algn="r">
              <a:lnSpc>
                <a:spcPct val="100000"/>
              </a:lnSpc>
              <a:spcBef>
                <a:spcPts val="0"/>
              </a:spcBef>
              <a:spcAft>
                <a:spcPts val="0"/>
              </a:spcAft>
              <a:buClr>
                <a:srgbClr val="000000"/>
              </a:buClr>
              <a:buSzPts val="2000"/>
              <a:buFont typeface="Arial"/>
              <a:buNone/>
              <a:defRPr sz="2000" b="0" i="0" u="none" strike="noStrike" cap="none">
                <a:solidFill>
                  <a:srgbClr val="FEFFFF"/>
                </a:solidFill>
                <a:latin typeface="Century Gothic"/>
                <a:ea typeface="Century Gothic"/>
                <a:cs typeface="Century Gothic"/>
                <a:sym typeface="Century Gothic"/>
              </a:defRPr>
            </a:lvl8pPr>
            <a:lvl9pPr marL="0" marR="0" lvl="8" indent="0" algn="r">
              <a:lnSpc>
                <a:spcPct val="100000"/>
              </a:lnSpc>
              <a:spcBef>
                <a:spcPts val="0"/>
              </a:spcBef>
              <a:spcAft>
                <a:spcPts val="0"/>
              </a:spcAft>
              <a:buClr>
                <a:srgbClr val="000000"/>
              </a:buClr>
              <a:buSzPts val="2000"/>
              <a:buFont typeface="Arial"/>
              <a:buNone/>
              <a:defRPr sz="2000" b="0" i="0" u="none" strike="noStrike" cap="none">
                <a:solidFill>
                  <a:srgbClr val="FEFFFF"/>
                </a:solidFill>
                <a:latin typeface="Century Gothic"/>
                <a:ea typeface="Century Gothic"/>
                <a:cs typeface="Century Gothic"/>
                <a:sym typeface="Century Gothic"/>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150"/>
        <p:cNvGrpSpPr/>
        <p:nvPr/>
      </p:nvGrpSpPr>
      <p:grpSpPr>
        <a:xfrm>
          <a:off x="0" y="0"/>
          <a:ext cx="0" cy="0"/>
          <a:chOff x="0" y="0"/>
          <a:chExt cx="0" cy="0"/>
        </a:xfrm>
      </p:grpSpPr>
      <p:sp>
        <p:nvSpPr>
          <p:cNvPr id="151" name="Google Shape;151;p16"/>
          <p:cNvSpPr txBox="1">
            <a:spLocks noGrp="1"/>
          </p:cNvSpPr>
          <p:nvPr>
            <p:ph type="title"/>
          </p:nvPr>
        </p:nvSpPr>
        <p:spPr>
          <a:xfrm rot="5400000">
            <a:off x="7756704" y="2165513"/>
            <a:ext cx="5283817" cy="2207601"/>
          </a:xfrm>
          <a:prstGeom prst="rect">
            <a:avLst/>
          </a:prstGeom>
          <a:noFill/>
          <a:ln>
            <a:noFill/>
          </a:ln>
        </p:spPr>
        <p:txBody>
          <a:bodyPr spcFirstLastPara="1" wrap="square" lIns="91425" tIns="45700" rIns="91425" bIns="45700" anchor="ctr" anchorCtr="0">
            <a:normAutofit/>
          </a:bodyPr>
          <a:lstStyle>
            <a:lvl1pPr lvl="0" algn="l">
              <a:lnSpc>
                <a:spcPct val="100000"/>
              </a:lnSpc>
              <a:spcBef>
                <a:spcPts val="0"/>
              </a:spcBef>
              <a:spcAft>
                <a:spcPts val="0"/>
              </a:spcAft>
              <a:buClr>
                <a:srgbClr val="168DBA"/>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52" name="Google Shape;152;p16"/>
          <p:cNvSpPr txBox="1">
            <a:spLocks noGrp="1"/>
          </p:cNvSpPr>
          <p:nvPr>
            <p:ph type="body" idx="1"/>
          </p:nvPr>
        </p:nvSpPr>
        <p:spPr>
          <a:xfrm rot="5400000">
            <a:off x="3185803" y="30814"/>
            <a:ext cx="5283817" cy="6477000"/>
          </a:xfrm>
          <a:prstGeom prst="rect">
            <a:avLst/>
          </a:prstGeom>
          <a:noFill/>
          <a:ln>
            <a:noFill/>
          </a:ln>
        </p:spPr>
        <p:txBody>
          <a:bodyPr spcFirstLastPara="1" wrap="square" lIns="91425" tIns="45700" rIns="91425" bIns="45700" anchor="t" anchorCtr="0">
            <a:normAutofit/>
          </a:bodyPr>
          <a:lstStyle>
            <a:lvl1pPr marL="457200" lvl="0" indent="-342900" algn="l">
              <a:lnSpc>
                <a:spcPct val="100000"/>
              </a:lnSpc>
              <a:spcBef>
                <a:spcPts val="1000"/>
              </a:spcBef>
              <a:spcAft>
                <a:spcPts val="0"/>
              </a:spcAft>
              <a:buSzPts val="1800"/>
              <a:buChar char="?"/>
              <a:defRPr/>
            </a:lvl1pPr>
            <a:lvl2pPr marL="914400" lvl="1" indent="-342900" algn="l">
              <a:lnSpc>
                <a:spcPct val="100000"/>
              </a:lnSpc>
              <a:spcBef>
                <a:spcPts val="1000"/>
              </a:spcBef>
              <a:spcAft>
                <a:spcPts val="0"/>
              </a:spcAft>
              <a:buSzPts val="1800"/>
              <a:buChar char="?"/>
              <a:defRPr/>
            </a:lvl2pPr>
            <a:lvl3pPr marL="1371600" lvl="2" indent="-342900" algn="l">
              <a:lnSpc>
                <a:spcPct val="100000"/>
              </a:lnSpc>
              <a:spcBef>
                <a:spcPts val="1000"/>
              </a:spcBef>
              <a:spcAft>
                <a:spcPts val="0"/>
              </a:spcAft>
              <a:buSzPts val="1800"/>
              <a:buChar char="?"/>
              <a:defRPr/>
            </a:lvl3pPr>
            <a:lvl4pPr marL="1828800" lvl="3" indent="-342900" algn="l">
              <a:lnSpc>
                <a:spcPct val="100000"/>
              </a:lnSpc>
              <a:spcBef>
                <a:spcPts val="1000"/>
              </a:spcBef>
              <a:spcAft>
                <a:spcPts val="0"/>
              </a:spcAft>
              <a:buSzPts val="1800"/>
              <a:buChar char="?"/>
              <a:defRPr/>
            </a:lvl4pPr>
            <a:lvl5pPr marL="2286000" lvl="4" indent="-342900" algn="l">
              <a:lnSpc>
                <a:spcPct val="100000"/>
              </a:lnSpc>
              <a:spcBef>
                <a:spcPts val="1000"/>
              </a:spcBef>
              <a:spcAft>
                <a:spcPts val="0"/>
              </a:spcAft>
              <a:buSzPts val="1800"/>
              <a:buChar char="?"/>
              <a:defRPr/>
            </a:lvl5pPr>
            <a:lvl6pPr marL="2743200" lvl="5" indent="-342900" algn="l">
              <a:lnSpc>
                <a:spcPct val="100000"/>
              </a:lnSpc>
              <a:spcBef>
                <a:spcPts val="1000"/>
              </a:spcBef>
              <a:spcAft>
                <a:spcPts val="0"/>
              </a:spcAft>
              <a:buSzPts val="1800"/>
              <a:buChar char="?"/>
              <a:defRPr/>
            </a:lvl6pPr>
            <a:lvl7pPr marL="3200400" lvl="6" indent="-342900" algn="l">
              <a:lnSpc>
                <a:spcPct val="100000"/>
              </a:lnSpc>
              <a:spcBef>
                <a:spcPts val="1000"/>
              </a:spcBef>
              <a:spcAft>
                <a:spcPts val="0"/>
              </a:spcAft>
              <a:buSzPts val="1800"/>
              <a:buChar char="?"/>
              <a:defRPr/>
            </a:lvl7pPr>
            <a:lvl8pPr marL="3657600" lvl="7" indent="-342900" algn="l">
              <a:lnSpc>
                <a:spcPct val="100000"/>
              </a:lnSpc>
              <a:spcBef>
                <a:spcPts val="1000"/>
              </a:spcBef>
              <a:spcAft>
                <a:spcPts val="0"/>
              </a:spcAft>
              <a:buSzPts val="1800"/>
              <a:buChar char="?"/>
              <a:defRPr/>
            </a:lvl8pPr>
            <a:lvl9pPr marL="4114800" lvl="8" indent="-342900" algn="l">
              <a:lnSpc>
                <a:spcPct val="100000"/>
              </a:lnSpc>
              <a:spcBef>
                <a:spcPts val="1000"/>
              </a:spcBef>
              <a:spcAft>
                <a:spcPts val="0"/>
              </a:spcAft>
              <a:buSzPts val="1800"/>
              <a:buChar char="?"/>
              <a:defRPr/>
            </a:lvl9pPr>
          </a:lstStyle>
          <a:p>
            <a:endParaRPr/>
          </a:p>
        </p:txBody>
      </p:sp>
      <p:sp>
        <p:nvSpPr>
          <p:cNvPr id="153" name="Google Shape;153;p16"/>
          <p:cNvSpPr txBox="1">
            <a:spLocks noGrp="1"/>
          </p:cNvSpPr>
          <p:nvPr>
            <p:ph type="dt" idx="10"/>
          </p:nvPr>
        </p:nvSpPr>
        <p:spPr>
          <a:xfrm>
            <a:off x="10361612" y="6130437"/>
            <a:ext cx="1146283" cy="370396"/>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54" name="Google Shape;154;p16"/>
          <p:cNvSpPr txBox="1">
            <a:spLocks noGrp="1"/>
          </p:cNvSpPr>
          <p:nvPr>
            <p:ph type="ftr" idx="11"/>
          </p:nvPr>
        </p:nvSpPr>
        <p:spPr>
          <a:xfrm>
            <a:off x="2589212" y="6135808"/>
            <a:ext cx="7619999"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55" name="Google Shape;155;p16"/>
          <p:cNvSpPr/>
          <p:nvPr/>
        </p:nvSpPr>
        <p:spPr>
          <a:xfrm rot="10800000" flipH="1">
            <a:off x="-4189" y="714375"/>
            <a:ext cx="1588527" cy="507297"/>
          </a:xfrm>
          <a:custGeom>
            <a:avLst/>
            <a:gdLst/>
            <a:ahLst/>
            <a:cxnLst/>
            <a:rect l="l" t="t" r="r" b="b"/>
            <a:pathLst>
              <a:path w="9248" h="10000" extrusionOk="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56" name="Google Shape;156;p16"/>
          <p:cNvSpPr txBox="1">
            <a:spLocks noGrp="1"/>
          </p:cNvSpPr>
          <p:nvPr>
            <p:ph type="sldNum" idx="12"/>
          </p:nvPr>
        </p:nvSpPr>
        <p:spPr>
          <a:xfrm>
            <a:off x="531812" y="787782"/>
            <a:ext cx="779767"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2000"/>
              <a:buFont typeface="Arial"/>
              <a:buNone/>
              <a:defRPr sz="2000" b="0" i="0" u="none" strike="noStrike" cap="none">
                <a:solidFill>
                  <a:srgbClr val="FEFFFF"/>
                </a:solidFill>
                <a:latin typeface="Century Gothic"/>
                <a:ea typeface="Century Gothic"/>
                <a:cs typeface="Century Gothic"/>
                <a:sym typeface="Century Gothic"/>
              </a:defRPr>
            </a:lvl1pPr>
            <a:lvl2pPr marL="0" marR="0" lvl="1" indent="0" algn="r">
              <a:lnSpc>
                <a:spcPct val="100000"/>
              </a:lnSpc>
              <a:spcBef>
                <a:spcPts val="0"/>
              </a:spcBef>
              <a:spcAft>
                <a:spcPts val="0"/>
              </a:spcAft>
              <a:buClr>
                <a:srgbClr val="000000"/>
              </a:buClr>
              <a:buSzPts val="2000"/>
              <a:buFont typeface="Arial"/>
              <a:buNone/>
              <a:defRPr sz="2000" b="0" i="0" u="none" strike="noStrike" cap="none">
                <a:solidFill>
                  <a:srgbClr val="FEFFFF"/>
                </a:solidFill>
                <a:latin typeface="Century Gothic"/>
                <a:ea typeface="Century Gothic"/>
                <a:cs typeface="Century Gothic"/>
                <a:sym typeface="Century Gothic"/>
              </a:defRPr>
            </a:lvl2pPr>
            <a:lvl3pPr marL="0" marR="0" lvl="2" indent="0" algn="r">
              <a:lnSpc>
                <a:spcPct val="100000"/>
              </a:lnSpc>
              <a:spcBef>
                <a:spcPts val="0"/>
              </a:spcBef>
              <a:spcAft>
                <a:spcPts val="0"/>
              </a:spcAft>
              <a:buClr>
                <a:srgbClr val="000000"/>
              </a:buClr>
              <a:buSzPts val="2000"/>
              <a:buFont typeface="Arial"/>
              <a:buNone/>
              <a:defRPr sz="2000" b="0" i="0" u="none" strike="noStrike" cap="none">
                <a:solidFill>
                  <a:srgbClr val="FEFFFF"/>
                </a:solidFill>
                <a:latin typeface="Century Gothic"/>
                <a:ea typeface="Century Gothic"/>
                <a:cs typeface="Century Gothic"/>
                <a:sym typeface="Century Gothic"/>
              </a:defRPr>
            </a:lvl3pPr>
            <a:lvl4pPr marL="0" marR="0" lvl="3" indent="0" algn="r">
              <a:lnSpc>
                <a:spcPct val="100000"/>
              </a:lnSpc>
              <a:spcBef>
                <a:spcPts val="0"/>
              </a:spcBef>
              <a:spcAft>
                <a:spcPts val="0"/>
              </a:spcAft>
              <a:buClr>
                <a:srgbClr val="000000"/>
              </a:buClr>
              <a:buSzPts val="2000"/>
              <a:buFont typeface="Arial"/>
              <a:buNone/>
              <a:defRPr sz="2000" b="0" i="0" u="none" strike="noStrike" cap="none">
                <a:solidFill>
                  <a:srgbClr val="FEFFFF"/>
                </a:solidFill>
                <a:latin typeface="Century Gothic"/>
                <a:ea typeface="Century Gothic"/>
                <a:cs typeface="Century Gothic"/>
                <a:sym typeface="Century Gothic"/>
              </a:defRPr>
            </a:lvl4pPr>
            <a:lvl5pPr marL="0" marR="0" lvl="4" indent="0" algn="r">
              <a:lnSpc>
                <a:spcPct val="100000"/>
              </a:lnSpc>
              <a:spcBef>
                <a:spcPts val="0"/>
              </a:spcBef>
              <a:spcAft>
                <a:spcPts val="0"/>
              </a:spcAft>
              <a:buClr>
                <a:srgbClr val="000000"/>
              </a:buClr>
              <a:buSzPts val="2000"/>
              <a:buFont typeface="Arial"/>
              <a:buNone/>
              <a:defRPr sz="2000" b="0" i="0" u="none" strike="noStrike" cap="none">
                <a:solidFill>
                  <a:srgbClr val="FEFFFF"/>
                </a:solidFill>
                <a:latin typeface="Century Gothic"/>
                <a:ea typeface="Century Gothic"/>
                <a:cs typeface="Century Gothic"/>
                <a:sym typeface="Century Gothic"/>
              </a:defRPr>
            </a:lvl5pPr>
            <a:lvl6pPr marL="0" marR="0" lvl="5" indent="0" algn="r">
              <a:lnSpc>
                <a:spcPct val="100000"/>
              </a:lnSpc>
              <a:spcBef>
                <a:spcPts val="0"/>
              </a:spcBef>
              <a:spcAft>
                <a:spcPts val="0"/>
              </a:spcAft>
              <a:buClr>
                <a:srgbClr val="000000"/>
              </a:buClr>
              <a:buSzPts val="2000"/>
              <a:buFont typeface="Arial"/>
              <a:buNone/>
              <a:defRPr sz="2000" b="0" i="0" u="none" strike="noStrike" cap="none">
                <a:solidFill>
                  <a:srgbClr val="FEFFFF"/>
                </a:solidFill>
                <a:latin typeface="Century Gothic"/>
                <a:ea typeface="Century Gothic"/>
                <a:cs typeface="Century Gothic"/>
                <a:sym typeface="Century Gothic"/>
              </a:defRPr>
            </a:lvl6pPr>
            <a:lvl7pPr marL="0" marR="0" lvl="6" indent="0" algn="r">
              <a:lnSpc>
                <a:spcPct val="100000"/>
              </a:lnSpc>
              <a:spcBef>
                <a:spcPts val="0"/>
              </a:spcBef>
              <a:spcAft>
                <a:spcPts val="0"/>
              </a:spcAft>
              <a:buClr>
                <a:srgbClr val="000000"/>
              </a:buClr>
              <a:buSzPts val="2000"/>
              <a:buFont typeface="Arial"/>
              <a:buNone/>
              <a:defRPr sz="2000" b="0" i="0" u="none" strike="noStrike" cap="none">
                <a:solidFill>
                  <a:srgbClr val="FEFFFF"/>
                </a:solidFill>
                <a:latin typeface="Century Gothic"/>
                <a:ea typeface="Century Gothic"/>
                <a:cs typeface="Century Gothic"/>
                <a:sym typeface="Century Gothic"/>
              </a:defRPr>
            </a:lvl7pPr>
            <a:lvl8pPr marL="0" marR="0" lvl="7" indent="0" algn="r">
              <a:lnSpc>
                <a:spcPct val="100000"/>
              </a:lnSpc>
              <a:spcBef>
                <a:spcPts val="0"/>
              </a:spcBef>
              <a:spcAft>
                <a:spcPts val="0"/>
              </a:spcAft>
              <a:buClr>
                <a:srgbClr val="000000"/>
              </a:buClr>
              <a:buSzPts val="2000"/>
              <a:buFont typeface="Arial"/>
              <a:buNone/>
              <a:defRPr sz="2000" b="0" i="0" u="none" strike="noStrike" cap="none">
                <a:solidFill>
                  <a:srgbClr val="FEFFFF"/>
                </a:solidFill>
                <a:latin typeface="Century Gothic"/>
                <a:ea typeface="Century Gothic"/>
                <a:cs typeface="Century Gothic"/>
                <a:sym typeface="Century Gothic"/>
              </a:defRPr>
            </a:lvl8pPr>
            <a:lvl9pPr marL="0" marR="0" lvl="8" indent="0" algn="r">
              <a:lnSpc>
                <a:spcPct val="100000"/>
              </a:lnSpc>
              <a:spcBef>
                <a:spcPts val="0"/>
              </a:spcBef>
              <a:spcAft>
                <a:spcPts val="0"/>
              </a:spcAft>
              <a:buClr>
                <a:srgbClr val="000000"/>
              </a:buClr>
              <a:buSzPts val="2000"/>
              <a:buFont typeface="Arial"/>
              <a:buNone/>
              <a:defRPr sz="2000" b="0" i="0" u="none" strike="noStrike" cap="none">
                <a:solidFill>
                  <a:srgbClr val="FEFFFF"/>
                </a:solidFill>
                <a:latin typeface="Century Gothic"/>
                <a:ea typeface="Century Gothic"/>
                <a:cs typeface="Century Gothic"/>
                <a:sym typeface="Century Gothic"/>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90"/>
        <p:cNvGrpSpPr/>
        <p:nvPr/>
      </p:nvGrpSpPr>
      <p:grpSpPr>
        <a:xfrm>
          <a:off x="0" y="0"/>
          <a:ext cx="0" cy="0"/>
          <a:chOff x="0" y="0"/>
          <a:chExt cx="0" cy="0"/>
        </a:xfrm>
      </p:grpSpPr>
      <p:sp>
        <p:nvSpPr>
          <p:cNvPr id="191" name="Google Shape;191;p18"/>
          <p:cNvSpPr txBox="1">
            <a:spLocks noGrp="1"/>
          </p:cNvSpPr>
          <p:nvPr>
            <p:ph type="title"/>
          </p:nvPr>
        </p:nvSpPr>
        <p:spPr>
          <a:xfrm>
            <a:off x="2592925" y="624110"/>
            <a:ext cx="8911800" cy="1281000"/>
          </a:xfrm>
          <a:prstGeom prst="rect">
            <a:avLst/>
          </a:prstGeom>
          <a:noFill/>
          <a:ln>
            <a:noFill/>
          </a:ln>
        </p:spPr>
        <p:txBody>
          <a:bodyPr spcFirstLastPara="1" wrap="square" lIns="91425" tIns="45700" rIns="91425" bIns="45700" anchor="t" anchorCtr="0">
            <a:normAutofit/>
          </a:bodyPr>
          <a:lstStyle>
            <a:lvl1pPr lvl="0" algn="l">
              <a:spcBef>
                <a:spcPts val="0"/>
              </a:spcBef>
              <a:spcAft>
                <a:spcPts val="0"/>
              </a:spcAft>
              <a:buClr>
                <a:srgbClr val="168DBA"/>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92" name="Google Shape;192;p18"/>
          <p:cNvSpPr txBox="1">
            <a:spLocks noGrp="1"/>
          </p:cNvSpPr>
          <p:nvPr>
            <p:ph type="body" idx="1"/>
          </p:nvPr>
        </p:nvSpPr>
        <p:spPr>
          <a:xfrm>
            <a:off x="2589212" y="2133600"/>
            <a:ext cx="8915400" cy="3777600"/>
          </a:xfrm>
          <a:prstGeom prst="rect">
            <a:avLst/>
          </a:prstGeom>
          <a:noFill/>
          <a:ln>
            <a:noFill/>
          </a:ln>
        </p:spPr>
        <p:txBody>
          <a:bodyPr spcFirstLastPara="1" wrap="square" lIns="91425" tIns="45700" rIns="91425" bIns="45700" anchor="t" anchorCtr="0">
            <a:normAutofit/>
          </a:bodyPr>
          <a:lstStyle>
            <a:lvl1pPr marL="457200" lvl="0" indent="-342900" algn="l">
              <a:spcBef>
                <a:spcPts val="1000"/>
              </a:spcBef>
              <a:spcAft>
                <a:spcPts val="0"/>
              </a:spcAft>
              <a:buSzPts val="1800"/>
              <a:buChar char="🠶"/>
              <a:defRPr/>
            </a:lvl1pPr>
            <a:lvl2pPr marL="914400" lvl="1" indent="-342900" algn="l">
              <a:spcBef>
                <a:spcPts val="1000"/>
              </a:spcBef>
              <a:spcAft>
                <a:spcPts val="0"/>
              </a:spcAft>
              <a:buSzPts val="1800"/>
              <a:buChar char="🠶"/>
              <a:defRPr/>
            </a:lvl2pPr>
            <a:lvl3pPr marL="1371600" lvl="2" indent="-342900" algn="l">
              <a:spcBef>
                <a:spcPts val="1000"/>
              </a:spcBef>
              <a:spcAft>
                <a:spcPts val="0"/>
              </a:spcAft>
              <a:buSzPts val="1800"/>
              <a:buChar char="🠶"/>
              <a:defRPr/>
            </a:lvl3pPr>
            <a:lvl4pPr marL="1828800" lvl="3" indent="-342900" algn="l">
              <a:spcBef>
                <a:spcPts val="1000"/>
              </a:spcBef>
              <a:spcAft>
                <a:spcPts val="0"/>
              </a:spcAft>
              <a:buSzPts val="1800"/>
              <a:buChar char="🠶"/>
              <a:defRPr/>
            </a:lvl4pPr>
            <a:lvl5pPr marL="2286000" lvl="4" indent="-342900" algn="l">
              <a:spcBef>
                <a:spcPts val="1000"/>
              </a:spcBef>
              <a:spcAft>
                <a:spcPts val="0"/>
              </a:spcAft>
              <a:buSzPts val="1800"/>
              <a:buChar char="🠶"/>
              <a:defRPr/>
            </a:lvl5pPr>
            <a:lvl6pPr marL="2743200" lvl="5" indent="-342900" algn="l">
              <a:spcBef>
                <a:spcPts val="1000"/>
              </a:spcBef>
              <a:spcAft>
                <a:spcPts val="0"/>
              </a:spcAft>
              <a:buSzPts val="1800"/>
              <a:buChar char="🠶"/>
              <a:defRPr/>
            </a:lvl6pPr>
            <a:lvl7pPr marL="3200400" lvl="6" indent="-342900" algn="l">
              <a:spcBef>
                <a:spcPts val="1000"/>
              </a:spcBef>
              <a:spcAft>
                <a:spcPts val="0"/>
              </a:spcAft>
              <a:buSzPts val="1800"/>
              <a:buChar char="🠶"/>
              <a:defRPr/>
            </a:lvl7pPr>
            <a:lvl8pPr marL="3657600" lvl="7" indent="-342900" algn="l">
              <a:spcBef>
                <a:spcPts val="1000"/>
              </a:spcBef>
              <a:spcAft>
                <a:spcPts val="0"/>
              </a:spcAft>
              <a:buSzPts val="1800"/>
              <a:buChar char="🠶"/>
              <a:defRPr/>
            </a:lvl8pPr>
            <a:lvl9pPr marL="4114800" lvl="8" indent="-342900" algn="l">
              <a:spcBef>
                <a:spcPts val="1000"/>
              </a:spcBef>
              <a:spcAft>
                <a:spcPts val="0"/>
              </a:spcAft>
              <a:buSzPts val="1800"/>
              <a:buChar char="🠶"/>
              <a:defRPr/>
            </a:lvl9pPr>
          </a:lstStyle>
          <a:p>
            <a:endParaRPr/>
          </a:p>
        </p:txBody>
      </p:sp>
      <p:sp>
        <p:nvSpPr>
          <p:cNvPr id="193" name="Google Shape;193;p18"/>
          <p:cNvSpPr txBox="1">
            <a:spLocks noGrp="1"/>
          </p:cNvSpPr>
          <p:nvPr>
            <p:ph type="dt" idx="10"/>
          </p:nvPr>
        </p:nvSpPr>
        <p:spPr>
          <a:xfrm>
            <a:off x="10361612" y="6130437"/>
            <a:ext cx="1146300" cy="370500"/>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94" name="Google Shape;194;p18"/>
          <p:cNvSpPr txBox="1">
            <a:spLocks noGrp="1"/>
          </p:cNvSpPr>
          <p:nvPr>
            <p:ph type="ftr" idx="11"/>
          </p:nvPr>
        </p:nvSpPr>
        <p:spPr>
          <a:xfrm>
            <a:off x="2589212" y="6135808"/>
            <a:ext cx="7620000" cy="365100"/>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95" name="Google Shape;195;p18"/>
          <p:cNvSpPr/>
          <p:nvPr/>
        </p:nvSpPr>
        <p:spPr>
          <a:xfrm rot="10800000" flipH="1">
            <a:off x="-4189" y="714372"/>
            <a:ext cx="1588529" cy="507300"/>
          </a:xfrm>
          <a:custGeom>
            <a:avLst/>
            <a:gdLst/>
            <a:ahLst/>
            <a:cxnLst/>
            <a:rect l="l" t="t" r="r" b="b"/>
            <a:pathLst>
              <a:path w="9248" h="10000" extrusionOk="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6" name="Google Shape;196;p18"/>
          <p:cNvSpPr txBox="1">
            <a:spLocks noGrp="1"/>
          </p:cNvSpPr>
          <p:nvPr>
            <p:ph type="sldNum" idx="12"/>
          </p:nvPr>
        </p:nvSpPr>
        <p:spPr>
          <a:xfrm>
            <a:off x="531812" y="787782"/>
            <a:ext cx="779700" cy="365100"/>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97"/>
        <p:cNvGrpSpPr/>
        <p:nvPr/>
      </p:nvGrpSpPr>
      <p:grpSpPr>
        <a:xfrm>
          <a:off x="0" y="0"/>
          <a:ext cx="0" cy="0"/>
          <a:chOff x="0" y="0"/>
          <a:chExt cx="0" cy="0"/>
        </a:xfrm>
      </p:grpSpPr>
      <p:sp>
        <p:nvSpPr>
          <p:cNvPr id="198" name="Google Shape;198;p19"/>
          <p:cNvSpPr txBox="1">
            <a:spLocks noGrp="1"/>
          </p:cNvSpPr>
          <p:nvPr>
            <p:ph type="ctrTitle"/>
          </p:nvPr>
        </p:nvSpPr>
        <p:spPr>
          <a:xfrm>
            <a:off x="2589213" y="2514600"/>
            <a:ext cx="8915400" cy="2262900"/>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rgbClr val="168DBA"/>
              </a:buClr>
              <a:buSzPts val="5400"/>
              <a:buFont typeface="Century Gothic"/>
              <a:buNone/>
              <a:defRPr sz="540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99" name="Google Shape;199;p19"/>
          <p:cNvSpPr txBox="1">
            <a:spLocks noGrp="1"/>
          </p:cNvSpPr>
          <p:nvPr>
            <p:ph type="subTitle" idx="1"/>
          </p:nvPr>
        </p:nvSpPr>
        <p:spPr>
          <a:xfrm>
            <a:off x="2589213" y="4777379"/>
            <a:ext cx="8915400" cy="1126200"/>
          </a:xfrm>
          <a:prstGeom prst="rect">
            <a:avLst/>
          </a:prstGeom>
          <a:noFill/>
          <a:ln>
            <a:noFill/>
          </a:ln>
        </p:spPr>
        <p:txBody>
          <a:bodyPr spcFirstLastPara="1" wrap="square" lIns="91425" tIns="45700" rIns="91425" bIns="45700" anchor="t" anchorCtr="0">
            <a:normAutofit/>
          </a:bodyPr>
          <a:lstStyle>
            <a:lvl1pPr lvl="0" algn="l">
              <a:spcBef>
                <a:spcPts val="1000"/>
              </a:spcBef>
              <a:spcAft>
                <a:spcPts val="0"/>
              </a:spcAft>
              <a:buSzPts val="1800"/>
              <a:buNone/>
              <a:defRPr>
                <a:solidFill>
                  <a:srgbClr val="595959"/>
                </a:solidFill>
              </a:defRPr>
            </a:lvl1pPr>
            <a:lvl2pPr lvl="1" algn="ctr">
              <a:spcBef>
                <a:spcPts val="1000"/>
              </a:spcBef>
              <a:spcAft>
                <a:spcPts val="0"/>
              </a:spcAft>
              <a:buSzPts val="1600"/>
              <a:buNone/>
              <a:defRPr>
                <a:solidFill>
                  <a:srgbClr val="888888"/>
                </a:solidFill>
              </a:defRPr>
            </a:lvl2pPr>
            <a:lvl3pPr lvl="2" algn="ctr">
              <a:spcBef>
                <a:spcPts val="1000"/>
              </a:spcBef>
              <a:spcAft>
                <a:spcPts val="0"/>
              </a:spcAft>
              <a:buSzPts val="1400"/>
              <a:buNone/>
              <a:defRPr>
                <a:solidFill>
                  <a:srgbClr val="888888"/>
                </a:solidFill>
              </a:defRPr>
            </a:lvl3pPr>
            <a:lvl4pPr lvl="3" algn="ctr">
              <a:spcBef>
                <a:spcPts val="1000"/>
              </a:spcBef>
              <a:spcAft>
                <a:spcPts val="0"/>
              </a:spcAft>
              <a:buSzPts val="1200"/>
              <a:buNone/>
              <a:defRPr>
                <a:solidFill>
                  <a:srgbClr val="888888"/>
                </a:solidFill>
              </a:defRPr>
            </a:lvl4pPr>
            <a:lvl5pPr lvl="4" algn="ctr">
              <a:spcBef>
                <a:spcPts val="1000"/>
              </a:spcBef>
              <a:spcAft>
                <a:spcPts val="0"/>
              </a:spcAft>
              <a:buSzPts val="1200"/>
              <a:buNone/>
              <a:defRPr>
                <a:solidFill>
                  <a:srgbClr val="888888"/>
                </a:solidFill>
              </a:defRPr>
            </a:lvl5pPr>
            <a:lvl6pPr lvl="5" algn="ctr">
              <a:spcBef>
                <a:spcPts val="1000"/>
              </a:spcBef>
              <a:spcAft>
                <a:spcPts val="0"/>
              </a:spcAft>
              <a:buSzPts val="1200"/>
              <a:buNone/>
              <a:defRPr>
                <a:solidFill>
                  <a:srgbClr val="888888"/>
                </a:solidFill>
              </a:defRPr>
            </a:lvl6pPr>
            <a:lvl7pPr lvl="6" algn="ctr">
              <a:spcBef>
                <a:spcPts val="1000"/>
              </a:spcBef>
              <a:spcAft>
                <a:spcPts val="0"/>
              </a:spcAft>
              <a:buSzPts val="1200"/>
              <a:buNone/>
              <a:defRPr>
                <a:solidFill>
                  <a:srgbClr val="888888"/>
                </a:solidFill>
              </a:defRPr>
            </a:lvl7pPr>
            <a:lvl8pPr lvl="7" algn="ctr">
              <a:spcBef>
                <a:spcPts val="1000"/>
              </a:spcBef>
              <a:spcAft>
                <a:spcPts val="0"/>
              </a:spcAft>
              <a:buSzPts val="1200"/>
              <a:buNone/>
              <a:defRPr>
                <a:solidFill>
                  <a:srgbClr val="888888"/>
                </a:solidFill>
              </a:defRPr>
            </a:lvl8pPr>
            <a:lvl9pPr lvl="8" algn="ctr">
              <a:spcBef>
                <a:spcPts val="1000"/>
              </a:spcBef>
              <a:spcAft>
                <a:spcPts val="0"/>
              </a:spcAft>
              <a:buSzPts val="1200"/>
              <a:buNone/>
              <a:defRPr>
                <a:solidFill>
                  <a:srgbClr val="888888"/>
                </a:solidFill>
              </a:defRPr>
            </a:lvl9pPr>
          </a:lstStyle>
          <a:p>
            <a:endParaRPr/>
          </a:p>
        </p:txBody>
      </p:sp>
      <p:sp>
        <p:nvSpPr>
          <p:cNvPr id="200" name="Google Shape;200;p19"/>
          <p:cNvSpPr txBox="1">
            <a:spLocks noGrp="1"/>
          </p:cNvSpPr>
          <p:nvPr>
            <p:ph type="dt" idx="10"/>
          </p:nvPr>
        </p:nvSpPr>
        <p:spPr>
          <a:xfrm>
            <a:off x="10361612" y="6130437"/>
            <a:ext cx="1146300" cy="370500"/>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01" name="Google Shape;201;p19"/>
          <p:cNvSpPr txBox="1">
            <a:spLocks noGrp="1"/>
          </p:cNvSpPr>
          <p:nvPr>
            <p:ph type="ftr" idx="11"/>
          </p:nvPr>
        </p:nvSpPr>
        <p:spPr>
          <a:xfrm>
            <a:off x="2589212" y="6135808"/>
            <a:ext cx="7620000" cy="365100"/>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02" name="Google Shape;202;p19"/>
          <p:cNvSpPr/>
          <p:nvPr/>
        </p:nvSpPr>
        <p:spPr>
          <a:xfrm>
            <a:off x="0" y="4323810"/>
            <a:ext cx="1744652" cy="778589"/>
          </a:xfrm>
          <a:custGeom>
            <a:avLst/>
            <a:gdLst/>
            <a:ahLst/>
            <a:cxnLst/>
            <a:rect l="l" t="t" r="r" b="b"/>
            <a:pathLst>
              <a:path w="372" h="166" extrusionOk="0">
                <a:moveTo>
                  <a:pt x="287" y="166"/>
                </a:moveTo>
                <a:cubicBezTo>
                  <a:pt x="290" y="166"/>
                  <a:pt x="292" y="165"/>
                  <a:pt x="293" y="164"/>
                </a:cubicBezTo>
                <a:cubicBezTo>
                  <a:pt x="293" y="163"/>
                  <a:pt x="294" y="163"/>
                  <a:pt x="294" y="163"/>
                </a:cubicBezTo>
                <a:cubicBezTo>
                  <a:pt x="370" y="87"/>
                  <a:pt x="370" y="87"/>
                  <a:pt x="370" y="87"/>
                </a:cubicBezTo>
                <a:cubicBezTo>
                  <a:pt x="372" y="85"/>
                  <a:pt x="372" y="81"/>
                  <a:pt x="370" y="78"/>
                </a:cubicBezTo>
                <a:cubicBezTo>
                  <a:pt x="294" y="3"/>
                  <a:pt x="294" y="3"/>
                  <a:pt x="294" y="3"/>
                </a:cubicBezTo>
                <a:cubicBezTo>
                  <a:pt x="294" y="2"/>
                  <a:pt x="293" y="2"/>
                  <a:pt x="293" y="2"/>
                </a:cubicBezTo>
                <a:cubicBezTo>
                  <a:pt x="292" y="1"/>
                  <a:pt x="290" y="0"/>
                  <a:pt x="287" y="0"/>
                </a:cubicBezTo>
                <a:cubicBezTo>
                  <a:pt x="0" y="0"/>
                  <a:pt x="0" y="0"/>
                  <a:pt x="0" y="0"/>
                </a:cubicBezTo>
                <a:cubicBezTo>
                  <a:pt x="0" y="166"/>
                  <a:pt x="0" y="166"/>
                  <a:pt x="0" y="166"/>
                </a:cubicBezTo>
                <a:lnTo>
                  <a:pt x="287" y="166"/>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3" name="Google Shape;203;p19"/>
          <p:cNvSpPr txBox="1">
            <a:spLocks noGrp="1"/>
          </p:cNvSpPr>
          <p:nvPr>
            <p:ph type="sldNum" idx="12"/>
          </p:nvPr>
        </p:nvSpPr>
        <p:spPr>
          <a:xfrm>
            <a:off x="531812" y="4529540"/>
            <a:ext cx="779700" cy="365100"/>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04"/>
        <p:cNvGrpSpPr/>
        <p:nvPr/>
      </p:nvGrpSpPr>
      <p:grpSpPr>
        <a:xfrm>
          <a:off x="0" y="0"/>
          <a:ext cx="0" cy="0"/>
          <a:chOff x="0" y="0"/>
          <a:chExt cx="0" cy="0"/>
        </a:xfrm>
      </p:grpSpPr>
      <p:sp>
        <p:nvSpPr>
          <p:cNvPr id="205" name="Google Shape;205;p20"/>
          <p:cNvSpPr txBox="1">
            <a:spLocks noGrp="1"/>
          </p:cNvSpPr>
          <p:nvPr>
            <p:ph type="title"/>
          </p:nvPr>
        </p:nvSpPr>
        <p:spPr>
          <a:xfrm>
            <a:off x="2589212" y="2058750"/>
            <a:ext cx="8915400" cy="1468800"/>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rgbClr val="168DBA"/>
              </a:buClr>
              <a:buSzPts val="4000"/>
              <a:buFont typeface="Century Gothic"/>
              <a:buNone/>
              <a:defRPr sz="4000" b="0" cap="none"/>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06" name="Google Shape;206;p20"/>
          <p:cNvSpPr txBox="1">
            <a:spLocks noGrp="1"/>
          </p:cNvSpPr>
          <p:nvPr>
            <p:ph type="body" idx="1"/>
          </p:nvPr>
        </p:nvSpPr>
        <p:spPr>
          <a:xfrm>
            <a:off x="2589212" y="3530129"/>
            <a:ext cx="8915400" cy="860400"/>
          </a:xfrm>
          <a:prstGeom prst="rect">
            <a:avLst/>
          </a:prstGeom>
          <a:noFill/>
          <a:ln>
            <a:noFill/>
          </a:ln>
        </p:spPr>
        <p:txBody>
          <a:bodyPr spcFirstLastPara="1" wrap="square" lIns="91425" tIns="45700" rIns="91425" bIns="45700" anchor="t" anchorCtr="0">
            <a:normAutofit/>
          </a:bodyPr>
          <a:lstStyle>
            <a:lvl1pPr marL="457200" lvl="0" indent="-228600" algn="l">
              <a:spcBef>
                <a:spcPts val="1000"/>
              </a:spcBef>
              <a:spcAft>
                <a:spcPts val="0"/>
              </a:spcAft>
              <a:buSzPts val="2000"/>
              <a:buNone/>
              <a:defRPr sz="2000">
                <a:solidFill>
                  <a:srgbClr val="595959"/>
                </a:solidFill>
              </a:defRPr>
            </a:lvl1pPr>
            <a:lvl2pPr marL="914400" lvl="1" indent="-228600" algn="l">
              <a:spcBef>
                <a:spcPts val="1000"/>
              </a:spcBef>
              <a:spcAft>
                <a:spcPts val="0"/>
              </a:spcAft>
              <a:buSzPts val="1800"/>
              <a:buNone/>
              <a:defRPr sz="1800">
                <a:solidFill>
                  <a:srgbClr val="888888"/>
                </a:solidFill>
              </a:defRPr>
            </a:lvl2pPr>
            <a:lvl3pPr marL="1371600" lvl="2" indent="-228600" algn="l">
              <a:spcBef>
                <a:spcPts val="1000"/>
              </a:spcBef>
              <a:spcAft>
                <a:spcPts val="0"/>
              </a:spcAft>
              <a:buSzPts val="1600"/>
              <a:buNone/>
              <a:defRPr sz="1600">
                <a:solidFill>
                  <a:srgbClr val="888888"/>
                </a:solidFill>
              </a:defRPr>
            </a:lvl3pPr>
            <a:lvl4pPr marL="1828800" lvl="3" indent="-228600" algn="l">
              <a:spcBef>
                <a:spcPts val="1000"/>
              </a:spcBef>
              <a:spcAft>
                <a:spcPts val="0"/>
              </a:spcAft>
              <a:buSzPts val="1400"/>
              <a:buNone/>
              <a:defRPr sz="1400">
                <a:solidFill>
                  <a:srgbClr val="888888"/>
                </a:solidFill>
              </a:defRPr>
            </a:lvl4pPr>
            <a:lvl5pPr marL="2286000" lvl="4" indent="-228600" algn="l">
              <a:spcBef>
                <a:spcPts val="1000"/>
              </a:spcBef>
              <a:spcAft>
                <a:spcPts val="0"/>
              </a:spcAft>
              <a:buSzPts val="1400"/>
              <a:buNone/>
              <a:defRPr sz="1400">
                <a:solidFill>
                  <a:srgbClr val="888888"/>
                </a:solidFill>
              </a:defRPr>
            </a:lvl5pPr>
            <a:lvl6pPr marL="2743200" lvl="5" indent="-228600" algn="l">
              <a:spcBef>
                <a:spcPts val="1000"/>
              </a:spcBef>
              <a:spcAft>
                <a:spcPts val="0"/>
              </a:spcAft>
              <a:buSzPts val="1400"/>
              <a:buNone/>
              <a:defRPr sz="1400">
                <a:solidFill>
                  <a:srgbClr val="888888"/>
                </a:solidFill>
              </a:defRPr>
            </a:lvl6pPr>
            <a:lvl7pPr marL="3200400" lvl="6" indent="-228600" algn="l">
              <a:spcBef>
                <a:spcPts val="1000"/>
              </a:spcBef>
              <a:spcAft>
                <a:spcPts val="0"/>
              </a:spcAft>
              <a:buSzPts val="1400"/>
              <a:buNone/>
              <a:defRPr sz="1400">
                <a:solidFill>
                  <a:srgbClr val="888888"/>
                </a:solidFill>
              </a:defRPr>
            </a:lvl7pPr>
            <a:lvl8pPr marL="3657600" lvl="7" indent="-228600" algn="l">
              <a:spcBef>
                <a:spcPts val="1000"/>
              </a:spcBef>
              <a:spcAft>
                <a:spcPts val="0"/>
              </a:spcAft>
              <a:buSzPts val="1400"/>
              <a:buNone/>
              <a:defRPr sz="1400">
                <a:solidFill>
                  <a:srgbClr val="888888"/>
                </a:solidFill>
              </a:defRPr>
            </a:lvl8pPr>
            <a:lvl9pPr marL="4114800" lvl="8" indent="-228600" algn="l">
              <a:spcBef>
                <a:spcPts val="1000"/>
              </a:spcBef>
              <a:spcAft>
                <a:spcPts val="0"/>
              </a:spcAft>
              <a:buSzPts val="1400"/>
              <a:buNone/>
              <a:defRPr sz="1400">
                <a:solidFill>
                  <a:srgbClr val="888888"/>
                </a:solidFill>
              </a:defRPr>
            </a:lvl9pPr>
          </a:lstStyle>
          <a:p>
            <a:endParaRPr/>
          </a:p>
        </p:txBody>
      </p:sp>
      <p:sp>
        <p:nvSpPr>
          <p:cNvPr id="207" name="Google Shape;207;p20"/>
          <p:cNvSpPr txBox="1">
            <a:spLocks noGrp="1"/>
          </p:cNvSpPr>
          <p:nvPr>
            <p:ph type="dt" idx="10"/>
          </p:nvPr>
        </p:nvSpPr>
        <p:spPr>
          <a:xfrm>
            <a:off x="10361612" y="6130437"/>
            <a:ext cx="1146300" cy="370500"/>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08" name="Google Shape;208;p20"/>
          <p:cNvSpPr txBox="1">
            <a:spLocks noGrp="1"/>
          </p:cNvSpPr>
          <p:nvPr>
            <p:ph type="ftr" idx="11"/>
          </p:nvPr>
        </p:nvSpPr>
        <p:spPr>
          <a:xfrm>
            <a:off x="2589212" y="6135808"/>
            <a:ext cx="7620000" cy="365100"/>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09" name="Google Shape;209;p20"/>
          <p:cNvSpPr/>
          <p:nvPr/>
        </p:nvSpPr>
        <p:spPr>
          <a:xfrm rot="10800000" flipH="1">
            <a:off x="-4189" y="3178172"/>
            <a:ext cx="1588529" cy="507300"/>
          </a:xfrm>
          <a:custGeom>
            <a:avLst/>
            <a:gdLst/>
            <a:ahLst/>
            <a:cxnLst/>
            <a:rect l="l" t="t" r="r" b="b"/>
            <a:pathLst>
              <a:path w="9248" h="10000" extrusionOk="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0" name="Google Shape;210;p20"/>
          <p:cNvSpPr txBox="1">
            <a:spLocks noGrp="1"/>
          </p:cNvSpPr>
          <p:nvPr>
            <p:ph type="sldNum" idx="12"/>
          </p:nvPr>
        </p:nvSpPr>
        <p:spPr>
          <a:xfrm>
            <a:off x="531812" y="3244139"/>
            <a:ext cx="779700" cy="365100"/>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211"/>
        <p:cNvGrpSpPr/>
        <p:nvPr/>
      </p:nvGrpSpPr>
      <p:grpSpPr>
        <a:xfrm>
          <a:off x="0" y="0"/>
          <a:ext cx="0" cy="0"/>
          <a:chOff x="0" y="0"/>
          <a:chExt cx="0" cy="0"/>
        </a:xfrm>
      </p:grpSpPr>
      <p:sp>
        <p:nvSpPr>
          <p:cNvPr id="212" name="Google Shape;212;p21"/>
          <p:cNvSpPr txBox="1">
            <a:spLocks noGrp="1"/>
          </p:cNvSpPr>
          <p:nvPr>
            <p:ph type="title"/>
          </p:nvPr>
        </p:nvSpPr>
        <p:spPr>
          <a:xfrm>
            <a:off x="2592924" y="624110"/>
            <a:ext cx="8911800" cy="1281000"/>
          </a:xfrm>
          <a:prstGeom prst="rect">
            <a:avLst/>
          </a:prstGeom>
          <a:noFill/>
          <a:ln>
            <a:noFill/>
          </a:ln>
        </p:spPr>
        <p:txBody>
          <a:bodyPr spcFirstLastPara="1" wrap="square" lIns="91425" tIns="45700" rIns="91425" bIns="45700" anchor="t" anchorCtr="0">
            <a:normAutofit/>
          </a:bodyPr>
          <a:lstStyle>
            <a:lvl1pPr lvl="0" algn="l">
              <a:spcBef>
                <a:spcPts val="0"/>
              </a:spcBef>
              <a:spcAft>
                <a:spcPts val="0"/>
              </a:spcAft>
              <a:buClr>
                <a:srgbClr val="168DBA"/>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13" name="Google Shape;213;p21"/>
          <p:cNvSpPr txBox="1">
            <a:spLocks noGrp="1"/>
          </p:cNvSpPr>
          <p:nvPr>
            <p:ph type="body" idx="1"/>
          </p:nvPr>
        </p:nvSpPr>
        <p:spPr>
          <a:xfrm>
            <a:off x="2589212" y="2133600"/>
            <a:ext cx="4314000" cy="3777600"/>
          </a:xfrm>
          <a:prstGeom prst="rect">
            <a:avLst/>
          </a:prstGeom>
          <a:noFill/>
          <a:ln>
            <a:noFill/>
          </a:ln>
        </p:spPr>
        <p:txBody>
          <a:bodyPr spcFirstLastPara="1" wrap="square" lIns="91425" tIns="45700" rIns="91425" bIns="45700" anchor="t" anchorCtr="0">
            <a:normAutofit/>
          </a:bodyPr>
          <a:lstStyle>
            <a:lvl1pPr marL="457200" lvl="0" indent="-342900" algn="l">
              <a:spcBef>
                <a:spcPts val="1000"/>
              </a:spcBef>
              <a:spcAft>
                <a:spcPts val="0"/>
              </a:spcAft>
              <a:buSzPts val="1800"/>
              <a:buChar char="🠶"/>
              <a:defRPr/>
            </a:lvl1pPr>
            <a:lvl2pPr marL="914400" lvl="1" indent="-342900" algn="l">
              <a:spcBef>
                <a:spcPts val="1000"/>
              </a:spcBef>
              <a:spcAft>
                <a:spcPts val="0"/>
              </a:spcAft>
              <a:buSzPts val="1800"/>
              <a:buChar char="🠶"/>
              <a:defRPr/>
            </a:lvl2pPr>
            <a:lvl3pPr marL="1371600" lvl="2" indent="-342900" algn="l">
              <a:spcBef>
                <a:spcPts val="1000"/>
              </a:spcBef>
              <a:spcAft>
                <a:spcPts val="0"/>
              </a:spcAft>
              <a:buSzPts val="1800"/>
              <a:buChar char="🠶"/>
              <a:defRPr/>
            </a:lvl3pPr>
            <a:lvl4pPr marL="1828800" lvl="3" indent="-342900" algn="l">
              <a:spcBef>
                <a:spcPts val="1000"/>
              </a:spcBef>
              <a:spcAft>
                <a:spcPts val="0"/>
              </a:spcAft>
              <a:buSzPts val="1800"/>
              <a:buChar char="🠶"/>
              <a:defRPr/>
            </a:lvl4pPr>
            <a:lvl5pPr marL="2286000" lvl="4" indent="-342900" algn="l">
              <a:spcBef>
                <a:spcPts val="1000"/>
              </a:spcBef>
              <a:spcAft>
                <a:spcPts val="0"/>
              </a:spcAft>
              <a:buSzPts val="1800"/>
              <a:buChar char="🠶"/>
              <a:defRPr/>
            </a:lvl5pPr>
            <a:lvl6pPr marL="2743200" lvl="5" indent="-342900" algn="l">
              <a:spcBef>
                <a:spcPts val="1000"/>
              </a:spcBef>
              <a:spcAft>
                <a:spcPts val="0"/>
              </a:spcAft>
              <a:buSzPts val="1800"/>
              <a:buChar char="🠶"/>
              <a:defRPr/>
            </a:lvl6pPr>
            <a:lvl7pPr marL="3200400" lvl="6" indent="-342900" algn="l">
              <a:spcBef>
                <a:spcPts val="1000"/>
              </a:spcBef>
              <a:spcAft>
                <a:spcPts val="0"/>
              </a:spcAft>
              <a:buSzPts val="1800"/>
              <a:buChar char="🠶"/>
              <a:defRPr/>
            </a:lvl7pPr>
            <a:lvl8pPr marL="3657600" lvl="7" indent="-342900" algn="l">
              <a:spcBef>
                <a:spcPts val="1000"/>
              </a:spcBef>
              <a:spcAft>
                <a:spcPts val="0"/>
              </a:spcAft>
              <a:buSzPts val="1800"/>
              <a:buChar char="🠶"/>
              <a:defRPr/>
            </a:lvl8pPr>
            <a:lvl9pPr marL="4114800" lvl="8" indent="-342900" algn="l">
              <a:spcBef>
                <a:spcPts val="1000"/>
              </a:spcBef>
              <a:spcAft>
                <a:spcPts val="0"/>
              </a:spcAft>
              <a:buSzPts val="1800"/>
              <a:buChar char="🠶"/>
              <a:defRPr/>
            </a:lvl9pPr>
          </a:lstStyle>
          <a:p>
            <a:endParaRPr/>
          </a:p>
        </p:txBody>
      </p:sp>
      <p:sp>
        <p:nvSpPr>
          <p:cNvPr id="214" name="Google Shape;214;p21"/>
          <p:cNvSpPr txBox="1">
            <a:spLocks noGrp="1"/>
          </p:cNvSpPr>
          <p:nvPr>
            <p:ph type="body" idx="2"/>
          </p:nvPr>
        </p:nvSpPr>
        <p:spPr>
          <a:xfrm>
            <a:off x="7190747" y="2126222"/>
            <a:ext cx="4314000" cy="3777600"/>
          </a:xfrm>
          <a:prstGeom prst="rect">
            <a:avLst/>
          </a:prstGeom>
          <a:noFill/>
          <a:ln>
            <a:noFill/>
          </a:ln>
        </p:spPr>
        <p:txBody>
          <a:bodyPr spcFirstLastPara="1" wrap="square" lIns="91425" tIns="45700" rIns="91425" bIns="45700" anchor="t" anchorCtr="0">
            <a:normAutofit/>
          </a:bodyPr>
          <a:lstStyle>
            <a:lvl1pPr marL="457200" lvl="0" indent="-342900" algn="l">
              <a:spcBef>
                <a:spcPts val="1000"/>
              </a:spcBef>
              <a:spcAft>
                <a:spcPts val="0"/>
              </a:spcAft>
              <a:buSzPts val="1800"/>
              <a:buChar char="🠶"/>
              <a:defRPr/>
            </a:lvl1pPr>
            <a:lvl2pPr marL="914400" lvl="1" indent="-342900" algn="l">
              <a:spcBef>
                <a:spcPts val="1000"/>
              </a:spcBef>
              <a:spcAft>
                <a:spcPts val="0"/>
              </a:spcAft>
              <a:buSzPts val="1800"/>
              <a:buChar char="🠶"/>
              <a:defRPr/>
            </a:lvl2pPr>
            <a:lvl3pPr marL="1371600" lvl="2" indent="-342900" algn="l">
              <a:spcBef>
                <a:spcPts val="1000"/>
              </a:spcBef>
              <a:spcAft>
                <a:spcPts val="0"/>
              </a:spcAft>
              <a:buSzPts val="1800"/>
              <a:buChar char="🠶"/>
              <a:defRPr/>
            </a:lvl3pPr>
            <a:lvl4pPr marL="1828800" lvl="3" indent="-342900" algn="l">
              <a:spcBef>
                <a:spcPts val="1000"/>
              </a:spcBef>
              <a:spcAft>
                <a:spcPts val="0"/>
              </a:spcAft>
              <a:buSzPts val="1800"/>
              <a:buChar char="🠶"/>
              <a:defRPr/>
            </a:lvl4pPr>
            <a:lvl5pPr marL="2286000" lvl="4" indent="-342900" algn="l">
              <a:spcBef>
                <a:spcPts val="1000"/>
              </a:spcBef>
              <a:spcAft>
                <a:spcPts val="0"/>
              </a:spcAft>
              <a:buSzPts val="1800"/>
              <a:buChar char="🠶"/>
              <a:defRPr/>
            </a:lvl5pPr>
            <a:lvl6pPr marL="2743200" lvl="5" indent="-342900" algn="l">
              <a:spcBef>
                <a:spcPts val="1000"/>
              </a:spcBef>
              <a:spcAft>
                <a:spcPts val="0"/>
              </a:spcAft>
              <a:buSzPts val="1800"/>
              <a:buChar char="🠶"/>
              <a:defRPr/>
            </a:lvl6pPr>
            <a:lvl7pPr marL="3200400" lvl="6" indent="-342900" algn="l">
              <a:spcBef>
                <a:spcPts val="1000"/>
              </a:spcBef>
              <a:spcAft>
                <a:spcPts val="0"/>
              </a:spcAft>
              <a:buSzPts val="1800"/>
              <a:buChar char="🠶"/>
              <a:defRPr/>
            </a:lvl7pPr>
            <a:lvl8pPr marL="3657600" lvl="7" indent="-342900" algn="l">
              <a:spcBef>
                <a:spcPts val="1000"/>
              </a:spcBef>
              <a:spcAft>
                <a:spcPts val="0"/>
              </a:spcAft>
              <a:buSzPts val="1800"/>
              <a:buChar char="🠶"/>
              <a:defRPr/>
            </a:lvl8pPr>
            <a:lvl9pPr marL="4114800" lvl="8" indent="-342900" algn="l">
              <a:spcBef>
                <a:spcPts val="1000"/>
              </a:spcBef>
              <a:spcAft>
                <a:spcPts val="0"/>
              </a:spcAft>
              <a:buSzPts val="1800"/>
              <a:buChar char="🠶"/>
              <a:defRPr/>
            </a:lvl9pPr>
          </a:lstStyle>
          <a:p>
            <a:endParaRPr/>
          </a:p>
        </p:txBody>
      </p:sp>
      <p:sp>
        <p:nvSpPr>
          <p:cNvPr id="215" name="Google Shape;215;p21"/>
          <p:cNvSpPr txBox="1">
            <a:spLocks noGrp="1"/>
          </p:cNvSpPr>
          <p:nvPr>
            <p:ph type="dt" idx="10"/>
          </p:nvPr>
        </p:nvSpPr>
        <p:spPr>
          <a:xfrm>
            <a:off x="10361612" y="6130437"/>
            <a:ext cx="1146300" cy="370500"/>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16" name="Google Shape;216;p21"/>
          <p:cNvSpPr txBox="1">
            <a:spLocks noGrp="1"/>
          </p:cNvSpPr>
          <p:nvPr>
            <p:ph type="ftr" idx="11"/>
          </p:nvPr>
        </p:nvSpPr>
        <p:spPr>
          <a:xfrm>
            <a:off x="2589212" y="6135808"/>
            <a:ext cx="7620000" cy="365100"/>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17" name="Google Shape;217;p21"/>
          <p:cNvSpPr/>
          <p:nvPr/>
        </p:nvSpPr>
        <p:spPr>
          <a:xfrm rot="10800000" flipH="1">
            <a:off x="-4189" y="714372"/>
            <a:ext cx="1588529" cy="507300"/>
          </a:xfrm>
          <a:custGeom>
            <a:avLst/>
            <a:gdLst/>
            <a:ahLst/>
            <a:cxnLst/>
            <a:rect l="l" t="t" r="r" b="b"/>
            <a:pathLst>
              <a:path w="9248" h="10000" extrusionOk="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8" name="Google Shape;218;p21"/>
          <p:cNvSpPr txBox="1">
            <a:spLocks noGrp="1"/>
          </p:cNvSpPr>
          <p:nvPr>
            <p:ph type="sldNum" idx="12"/>
          </p:nvPr>
        </p:nvSpPr>
        <p:spPr>
          <a:xfrm>
            <a:off x="531812" y="787782"/>
            <a:ext cx="779700" cy="365100"/>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219"/>
        <p:cNvGrpSpPr/>
        <p:nvPr/>
      </p:nvGrpSpPr>
      <p:grpSpPr>
        <a:xfrm>
          <a:off x="0" y="0"/>
          <a:ext cx="0" cy="0"/>
          <a:chOff x="0" y="0"/>
          <a:chExt cx="0" cy="0"/>
        </a:xfrm>
      </p:grpSpPr>
      <p:sp>
        <p:nvSpPr>
          <p:cNvPr id="220" name="Google Shape;220;p22"/>
          <p:cNvSpPr txBox="1">
            <a:spLocks noGrp="1"/>
          </p:cNvSpPr>
          <p:nvPr>
            <p:ph type="title"/>
          </p:nvPr>
        </p:nvSpPr>
        <p:spPr>
          <a:xfrm>
            <a:off x="2592924" y="624110"/>
            <a:ext cx="8911800" cy="1281000"/>
          </a:xfrm>
          <a:prstGeom prst="rect">
            <a:avLst/>
          </a:prstGeom>
          <a:noFill/>
          <a:ln>
            <a:noFill/>
          </a:ln>
        </p:spPr>
        <p:txBody>
          <a:bodyPr spcFirstLastPara="1" wrap="square" lIns="91425" tIns="45700" rIns="91425" bIns="45700" anchor="t" anchorCtr="0">
            <a:normAutofit/>
          </a:bodyPr>
          <a:lstStyle>
            <a:lvl1pPr lvl="0" algn="l">
              <a:spcBef>
                <a:spcPts val="0"/>
              </a:spcBef>
              <a:spcAft>
                <a:spcPts val="0"/>
              </a:spcAft>
              <a:buClr>
                <a:srgbClr val="168DBA"/>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21" name="Google Shape;221;p22"/>
          <p:cNvSpPr txBox="1">
            <a:spLocks noGrp="1"/>
          </p:cNvSpPr>
          <p:nvPr>
            <p:ph type="body" idx="1"/>
          </p:nvPr>
        </p:nvSpPr>
        <p:spPr>
          <a:xfrm>
            <a:off x="2939373" y="1972703"/>
            <a:ext cx="3992700" cy="576300"/>
          </a:xfrm>
          <a:prstGeom prst="rect">
            <a:avLst/>
          </a:prstGeom>
          <a:noFill/>
          <a:ln>
            <a:noFill/>
          </a:ln>
        </p:spPr>
        <p:txBody>
          <a:bodyPr spcFirstLastPara="1" wrap="square" lIns="91425" tIns="45700" rIns="91425" bIns="45700" anchor="b" anchorCtr="0">
            <a:noAutofit/>
          </a:bodyPr>
          <a:lstStyle>
            <a:lvl1pPr marL="457200" lvl="0" indent="-228600" algn="l">
              <a:spcBef>
                <a:spcPts val="1000"/>
              </a:spcBef>
              <a:spcAft>
                <a:spcPts val="0"/>
              </a:spcAft>
              <a:buSzPts val="2400"/>
              <a:buNone/>
              <a:defRPr sz="2400" b="0"/>
            </a:lvl1pPr>
            <a:lvl2pPr marL="914400" lvl="1" indent="-228600" algn="l">
              <a:spcBef>
                <a:spcPts val="1000"/>
              </a:spcBef>
              <a:spcAft>
                <a:spcPts val="0"/>
              </a:spcAft>
              <a:buSzPts val="2000"/>
              <a:buNone/>
              <a:defRPr sz="2000" b="1"/>
            </a:lvl2pPr>
            <a:lvl3pPr marL="1371600" lvl="2" indent="-228600" algn="l">
              <a:spcBef>
                <a:spcPts val="1000"/>
              </a:spcBef>
              <a:spcAft>
                <a:spcPts val="0"/>
              </a:spcAft>
              <a:buSzPts val="1800"/>
              <a:buNone/>
              <a:defRPr sz="1800" b="1"/>
            </a:lvl3pPr>
            <a:lvl4pPr marL="1828800" lvl="3" indent="-228600" algn="l">
              <a:spcBef>
                <a:spcPts val="1000"/>
              </a:spcBef>
              <a:spcAft>
                <a:spcPts val="0"/>
              </a:spcAft>
              <a:buSzPts val="1600"/>
              <a:buNone/>
              <a:defRPr sz="1600" b="1"/>
            </a:lvl4pPr>
            <a:lvl5pPr marL="2286000" lvl="4" indent="-228600" algn="l">
              <a:spcBef>
                <a:spcPts val="1000"/>
              </a:spcBef>
              <a:spcAft>
                <a:spcPts val="0"/>
              </a:spcAft>
              <a:buSzPts val="1600"/>
              <a:buNone/>
              <a:defRPr sz="1600" b="1"/>
            </a:lvl5pPr>
            <a:lvl6pPr marL="2743200" lvl="5" indent="-228600" algn="l">
              <a:spcBef>
                <a:spcPts val="1000"/>
              </a:spcBef>
              <a:spcAft>
                <a:spcPts val="0"/>
              </a:spcAft>
              <a:buSzPts val="1600"/>
              <a:buNone/>
              <a:defRPr sz="1600" b="1"/>
            </a:lvl6pPr>
            <a:lvl7pPr marL="3200400" lvl="6" indent="-228600" algn="l">
              <a:spcBef>
                <a:spcPts val="1000"/>
              </a:spcBef>
              <a:spcAft>
                <a:spcPts val="0"/>
              </a:spcAft>
              <a:buSzPts val="1600"/>
              <a:buNone/>
              <a:defRPr sz="1600" b="1"/>
            </a:lvl7pPr>
            <a:lvl8pPr marL="3657600" lvl="7" indent="-228600" algn="l">
              <a:spcBef>
                <a:spcPts val="1000"/>
              </a:spcBef>
              <a:spcAft>
                <a:spcPts val="0"/>
              </a:spcAft>
              <a:buSzPts val="1600"/>
              <a:buNone/>
              <a:defRPr sz="1600" b="1"/>
            </a:lvl8pPr>
            <a:lvl9pPr marL="4114800" lvl="8" indent="-228600" algn="l">
              <a:spcBef>
                <a:spcPts val="1000"/>
              </a:spcBef>
              <a:spcAft>
                <a:spcPts val="0"/>
              </a:spcAft>
              <a:buSzPts val="1600"/>
              <a:buNone/>
              <a:defRPr sz="1600" b="1"/>
            </a:lvl9pPr>
          </a:lstStyle>
          <a:p>
            <a:endParaRPr/>
          </a:p>
        </p:txBody>
      </p:sp>
      <p:sp>
        <p:nvSpPr>
          <p:cNvPr id="222" name="Google Shape;222;p22"/>
          <p:cNvSpPr txBox="1">
            <a:spLocks noGrp="1"/>
          </p:cNvSpPr>
          <p:nvPr>
            <p:ph type="body" idx="2"/>
          </p:nvPr>
        </p:nvSpPr>
        <p:spPr>
          <a:xfrm>
            <a:off x="2589212" y="2548966"/>
            <a:ext cx="4342800" cy="3354000"/>
          </a:xfrm>
          <a:prstGeom prst="rect">
            <a:avLst/>
          </a:prstGeom>
          <a:noFill/>
          <a:ln>
            <a:noFill/>
          </a:ln>
        </p:spPr>
        <p:txBody>
          <a:bodyPr spcFirstLastPara="1" wrap="square" lIns="91425" tIns="45700" rIns="91425" bIns="45700" anchor="t" anchorCtr="0">
            <a:normAutofit/>
          </a:bodyPr>
          <a:lstStyle>
            <a:lvl1pPr marL="457200" lvl="0" indent="-342900" algn="l">
              <a:spcBef>
                <a:spcPts val="1000"/>
              </a:spcBef>
              <a:spcAft>
                <a:spcPts val="0"/>
              </a:spcAft>
              <a:buSzPts val="1800"/>
              <a:buChar char="🠶"/>
              <a:defRPr/>
            </a:lvl1pPr>
            <a:lvl2pPr marL="914400" lvl="1" indent="-342900" algn="l">
              <a:spcBef>
                <a:spcPts val="1000"/>
              </a:spcBef>
              <a:spcAft>
                <a:spcPts val="0"/>
              </a:spcAft>
              <a:buSzPts val="1800"/>
              <a:buChar char="🠶"/>
              <a:defRPr/>
            </a:lvl2pPr>
            <a:lvl3pPr marL="1371600" lvl="2" indent="-342900" algn="l">
              <a:spcBef>
                <a:spcPts val="1000"/>
              </a:spcBef>
              <a:spcAft>
                <a:spcPts val="0"/>
              </a:spcAft>
              <a:buSzPts val="1800"/>
              <a:buChar char="🠶"/>
              <a:defRPr/>
            </a:lvl3pPr>
            <a:lvl4pPr marL="1828800" lvl="3" indent="-342900" algn="l">
              <a:spcBef>
                <a:spcPts val="1000"/>
              </a:spcBef>
              <a:spcAft>
                <a:spcPts val="0"/>
              </a:spcAft>
              <a:buSzPts val="1800"/>
              <a:buChar char="🠶"/>
              <a:defRPr/>
            </a:lvl4pPr>
            <a:lvl5pPr marL="2286000" lvl="4" indent="-342900" algn="l">
              <a:spcBef>
                <a:spcPts val="1000"/>
              </a:spcBef>
              <a:spcAft>
                <a:spcPts val="0"/>
              </a:spcAft>
              <a:buSzPts val="1800"/>
              <a:buChar char="🠶"/>
              <a:defRPr/>
            </a:lvl5pPr>
            <a:lvl6pPr marL="2743200" lvl="5" indent="-342900" algn="l">
              <a:spcBef>
                <a:spcPts val="1000"/>
              </a:spcBef>
              <a:spcAft>
                <a:spcPts val="0"/>
              </a:spcAft>
              <a:buSzPts val="1800"/>
              <a:buChar char="🠶"/>
              <a:defRPr/>
            </a:lvl6pPr>
            <a:lvl7pPr marL="3200400" lvl="6" indent="-342900" algn="l">
              <a:spcBef>
                <a:spcPts val="1000"/>
              </a:spcBef>
              <a:spcAft>
                <a:spcPts val="0"/>
              </a:spcAft>
              <a:buSzPts val="1800"/>
              <a:buChar char="🠶"/>
              <a:defRPr/>
            </a:lvl7pPr>
            <a:lvl8pPr marL="3657600" lvl="7" indent="-342900" algn="l">
              <a:spcBef>
                <a:spcPts val="1000"/>
              </a:spcBef>
              <a:spcAft>
                <a:spcPts val="0"/>
              </a:spcAft>
              <a:buSzPts val="1800"/>
              <a:buChar char="🠶"/>
              <a:defRPr/>
            </a:lvl8pPr>
            <a:lvl9pPr marL="4114800" lvl="8" indent="-342900" algn="l">
              <a:spcBef>
                <a:spcPts val="1000"/>
              </a:spcBef>
              <a:spcAft>
                <a:spcPts val="0"/>
              </a:spcAft>
              <a:buSzPts val="1800"/>
              <a:buChar char="🠶"/>
              <a:defRPr/>
            </a:lvl9pPr>
          </a:lstStyle>
          <a:p>
            <a:endParaRPr/>
          </a:p>
        </p:txBody>
      </p:sp>
      <p:sp>
        <p:nvSpPr>
          <p:cNvPr id="223" name="Google Shape;223;p22"/>
          <p:cNvSpPr txBox="1">
            <a:spLocks noGrp="1"/>
          </p:cNvSpPr>
          <p:nvPr>
            <p:ph type="body" idx="3"/>
          </p:nvPr>
        </p:nvSpPr>
        <p:spPr>
          <a:xfrm>
            <a:off x="7506629" y="1969475"/>
            <a:ext cx="3999000" cy="576300"/>
          </a:xfrm>
          <a:prstGeom prst="rect">
            <a:avLst/>
          </a:prstGeom>
          <a:noFill/>
          <a:ln>
            <a:noFill/>
          </a:ln>
        </p:spPr>
        <p:txBody>
          <a:bodyPr spcFirstLastPara="1" wrap="square" lIns="91425" tIns="45700" rIns="91425" bIns="45700" anchor="b" anchorCtr="0">
            <a:noAutofit/>
          </a:bodyPr>
          <a:lstStyle>
            <a:lvl1pPr marL="457200" lvl="0" indent="-228600" algn="l">
              <a:spcBef>
                <a:spcPts val="1000"/>
              </a:spcBef>
              <a:spcAft>
                <a:spcPts val="0"/>
              </a:spcAft>
              <a:buSzPts val="2400"/>
              <a:buNone/>
              <a:defRPr sz="2400" b="0"/>
            </a:lvl1pPr>
            <a:lvl2pPr marL="914400" lvl="1" indent="-228600" algn="l">
              <a:spcBef>
                <a:spcPts val="1000"/>
              </a:spcBef>
              <a:spcAft>
                <a:spcPts val="0"/>
              </a:spcAft>
              <a:buSzPts val="2000"/>
              <a:buNone/>
              <a:defRPr sz="2000" b="1"/>
            </a:lvl2pPr>
            <a:lvl3pPr marL="1371600" lvl="2" indent="-228600" algn="l">
              <a:spcBef>
                <a:spcPts val="1000"/>
              </a:spcBef>
              <a:spcAft>
                <a:spcPts val="0"/>
              </a:spcAft>
              <a:buSzPts val="1800"/>
              <a:buNone/>
              <a:defRPr sz="1800" b="1"/>
            </a:lvl3pPr>
            <a:lvl4pPr marL="1828800" lvl="3" indent="-228600" algn="l">
              <a:spcBef>
                <a:spcPts val="1000"/>
              </a:spcBef>
              <a:spcAft>
                <a:spcPts val="0"/>
              </a:spcAft>
              <a:buSzPts val="1600"/>
              <a:buNone/>
              <a:defRPr sz="1600" b="1"/>
            </a:lvl4pPr>
            <a:lvl5pPr marL="2286000" lvl="4" indent="-228600" algn="l">
              <a:spcBef>
                <a:spcPts val="1000"/>
              </a:spcBef>
              <a:spcAft>
                <a:spcPts val="0"/>
              </a:spcAft>
              <a:buSzPts val="1600"/>
              <a:buNone/>
              <a:defRPr sz="1600" b="1"/>
            </a:lvl5pPr>
            <a:lvl6pPr marL="2743200" lvl="5" indent="-228600" algn="l">
              <a:spcBef>
                <a:spcPts val="1000"/>
              </a:spcBef>
              <a:spcAft>
                <a:spcPts val="0"/>
              </a:spcAft>
              <a:buSzPts val="1600"/>
              <a:buNone/>
              <a:defRPr sz="1600" b="1"/>
            </a:lvl6pPr>
            <a:lvl7pPr marL="3200400" lvl="6" indent="-228600" algn="l">
              <a:spcBef>
                <a:spcPts val="1000"/>
              </a:spcBef>
              <a:spcAft>
                <a:spcPts val="0"/>
              </a:spcAft>
              <a:buSzPts val="1600"/>
              <a:buNone/>
              <a:defRPr sz="1600" b="1"/>
            </a:lvl7pPr>
            <a:lvl8pPr marL="3657600" lvl="7" indent="-228600" algn="l">
              <a:spcBef>
                <a:spcPts val="1000"/>
              </a:spcBef>
              <a:spcAft>
                <a:spcPts val="0"/>
              </a:spcAft>
              <a:buSzPts val="1600"/>
              <a:buNone/>
              <a:defRPr sz="1600" b="1"/>
            </a:lvl8pPr>
            <a:lvl9pPr marL="4114800" lvl="8" indent="-228600" algn="l">
              <a:spcBef>
                <a:spcPts val="1000"/>
              </a:spcBef>
              <a:spcAft>
                <a:spcPts val="0"/>
              </a:spcAft>
              <a:buSzPts val="1600"/>
              <a:buNone/>
              <a:defRPr sz="1600" b="1"/>
            </a:lvl9pPr>
          </a:lstStyle>
          <a:p>
            <a:endParaRPr/>
          </a:p>
        </p:txBody>
      </p:sp>
      <p:sp>
        <p:nvSpPr>
          <p:cNvPr id="224" name="Google Shape;224;p22"/>
          <p:cNvSpPr txBox="1">
            <a:spLocks noGrp="1"/>
          </p:cNvSpPr>
          <p:nvPr>
            <p:ph type="body" idx="4"/>
          </p:nvPr>
        </p:nvSpPr>
        <p:spPr>
          <a:xfrm>
            <a:off x="7166957" y="2545738"/>
            <a:ext cx="4338600" cy="3354000"/>
          </a:xfrm>
          <a:prstGeom prst="rect">
            <a:avLst/>
          </a:prstGeom>
          <a:noFill/>
          <a:ln>
            <a:noFill/>
          </a:ln>
        </p:spPr>
        <p:txBody>
          <a:bodyPr spcFirstLastPara="1" wrap="square" lIns="91425" tIns="45700" rIns="91425" bIns="45700" anchor="t" anchorCtr="0">
            <a:normAutofit/>
          </a:bodyPr>
          <a:lstStyle>
            <a:lvl1pPr marL="457200" lvl="0" indent="-342900" algn="l">
              <a:spcBef>
                <a:spcPts val="1000"/>
              </a:spcBef>
              <a:spcAft>
                <a:spcPts val="0"/>
              </a:spcAft>
              <a:buSzPts val="1800"/>
              <a:buChar char="🠶"/>
              <a:defRPr/>
            </a:lvl1pPr>
            <a:lvl2pPr marL="914400" lvl="1" indent="-342900" algn="l">
              <a:spcBef>
                <a:spcPts val="1000"/>
              </a:spcBef>
              <a:spcAft>
                <a:spcPts val="0"/>
              </a:spcAft>
              <a:buSzPts val="1800"/>
              <a:buChar char="🠶"/>
              <a:defRPr/>
            </a:lvl2pPr>
            <a:lvl3pPr marL="1371600" lvl="2" indent="-342900" algn="l">
              <a:spcBef>
                <a:spcPts val="1000"/>
              </a:spcBef>
              <a:spcAft>
                <a:spcPts val="0"/>
              </a:spcAft>
              <a:buSzPts val="1800"/>
              <a:buChar char="🠶"/>
              <a:defRPr/>
            </a:lvl3pPr>
            <a:lvl4pPr marL="1828800" lvl="3" indent="-342900" algn="l">
              <a:spcBef>
                <a:spcPts val="1000"/>
              </a:spcBef>
              <a:spcAft>
                <a:spcPts val="0"/>
              </a:spcAft>
              <a:buSzPts val="1800"/>
              <a:buChar char="🠶"/>
              <a:defRPr/>
            </a:lvl4pPr>
            <a:lvl5pPr marL="2286000" lvl="4" indent="-342900" algn="l">
              <a:spcBef>
                <a:spcPts val="1000"/>
              </a:spcBef>
              <a:spcAft>
                <a:spcPts val="0"/>
              </a:spcAft>
              <a:buSzPts val="1800"/>
              <a:buChar char="🠶"/>
              <a:defRPr/>
            </a:lvl5pPr>
            <a:lvl6pPr marL="2743200" lvl="5" indent="-342900" algn="l">
              <a:spcBef>
                <a:spcPts val="1000"/>
              </a:spcBef>
              <a:spcAft>
                <a:spcPts val="0"/>
              </a:spcAft>
              <a:buSzPts val="1800"/>
              <a:buChar char="🠶"/>
              <a:defRPr/>
            </a:lvl6pPr>
            <a:lvl7pPr marL="3200400" lvl="6" indent="-342900" algn="l">
              <a:spcBef>
                <a:spcPts val="1000"/>
              </a:spcBef>
              <a:spcAft>
                <a:spcPts val="0"/>
              </a:spcAft>
              <a:buSzPts val="1800"/>
              <a:buChar char="🠶"/>
              <a:defRPr/>
            </a:lvl7pPr>
            <a:lvl8pPr marL="3657600" lvl="7" indent="-342900" algn="l">
              <a:spcBef>
                <a:spcPts val="1000"/>
              </a:spcBef>
              <a:spcAft>
                <a:spcPts val="0"/>
              </a:spcAft>
              <a:buSzPts val="1800"/>
              <a:buChar char="🠶"/>
              <a:defRPr/>
            </a:lvl8pPr>
            <a:lvl9pPr marL="4114800" lvl="8" indent="-342900" algn="l">
              <a:spcBef>
                <a:spcPts val="1000"/>
              </a:spcBef>
              <a:spcAft>
                <a:spcPts val="0"/>
              </a:spcAft>
              <a:buSzPts val="1800"/>
              <a:buChar char="🠶"/>
              <a:defRPr/>
            </a:lvl9pPr>
          </a:lstStyle>
          <a:p>
            <a:endParaRPr/>
          </a:p>
        </p:txBody>
      </p:sp>
      <p:sp>
        <p:nvSpPr>
          <p:cNvPr id="225" name="Google Shape;225;p22"/>
          <p:cNvSpPr txBox="1">
            <a:spLocks noGrp="1"/>
          </p:cNvSpPr>
          <p:nvPr>
            <p:ph type="dt" idx="10"/>
          </p:nvPr>
        </p:nvSpPr>
        <p:spPr>
          <a:xfrm>
            <a:off x="10361612" y="6130437"/>
            <a:ext cx="1146300" cy="370500"/>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26" name="Google Shape;226;p22"/>
          <p:cNvSpPr txBox="1">
            <a:spLocks noGrp="1"/>
          </p:cNvSpPr>
          <p:nvPr>
            <p:ph type="ftr" idx="11"/>
          </p:nvPr>
        </p:nvSpPr>
        <p:spPr>
          <a:xfrm>
            <a:off x="2589212" y="6135808"/>
            <a:ext cx="7620000" cy="365100"/>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27" name="Google Shape;227;p22"/>
          <p:cNvSpPr/>
          <p:nvPr/>
        </p:nvSpPr>
        <p:spPr>
          <a:xfrm rot="10800000" flipH="1">
            <a:off x="-4189" y="714372"/>
            <a:ext cx="1588529" cy="507300"/>
          </a:xfrm>
          <a:custGeom>
            <a:avLst/>
            <a:gdLst/>
            <a:ahLst/>
            <a:cxnLst/>
            <a:rect l="l" t="t" r="r" b="b"/>
            <a:pathLst>
              <a:path w="9248" h="10000" extrusionOk="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8" name="Google Shape;228;p22"/>
          <p:cNvSpPr txBox="1">
            <a:spLocks noGrp="1"/>
          </p:cNvSpPr>
          <p:nvPr>
            <p:ph type="sldNum" idx="12"/>
          </p:nvPr>
        </p:nvSpPr>
        <p:spPr>
          <a:xfrm>
            <a:off x="531812" y="787782"/>
            <a:ext cx="779700" cy="365100"/>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29"/>
        <p:cNvGrpSpPr/>
        <p:nvPr/>
      </p:nvGrpSpPr>
      <p:grpSpPr>
        <a:xfrm>
          <a:off x="0" y="0"/>
          <a:ext cx="0" cy="0"/>
          <a:chOff x="0" y="0"/>
          <a:chExt cx="0" cy="0"/>
        </a:xfrm>
      </p:grpSpPr>
      <p:sp>
        <p:nvSpPr>
          <p:cNvPr id="230" name="Google Shape;230;p23"/>
          <p:cNvSpPr txBox="1">
            <a:spLocks noGrp="1"/>
          </p:cNvSpPr>
          <p:nvPr>
            <p:ph type="title"/>
          </p:nvPr>
        </p:nvSpPr>
        <p:spPr>
          <a:xfrm>
            <a:off x="2592924" y="624110"/>
            <a:ext cx="8911800" cy="1281000"/>
          </a:xfrm>
          <a:prstGeom prst="rect">
            <a:avLst/>
          </a:prstGeom>
          <a:noFill/>
          <a:ln>
            <a:noFill/>
          </a:ln>
        </p:spPr>
        <p:txBody>
          <a:bodyPr spcFirstLastPara="1" wrap="square" lIns="91425" tIns="45700" rIns="91425" bIns="45700" anchor="t" anchorCtr="0">
            <a:normAutofit/>
          </a:bodyPr>
          <a:lstStyle>
            <a:lvl1pPr lvl="0" algn="l">
              <a:spcBef>
                <a:spcPts val="0"/>
              </a:spcBef>
              <a:spcAft>
                <a:spcPts val="0"/>
              </a:spcAft>
              <a:buClr>
                <a:srgbClr val="168DBA"/>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31" name="Google Shape;231;p23"/>
          <p:cNvSpPr txBox="1">
            <a:spLocks noGrp="1"/>
          </p:cNvSpPr>
          <p:nvPr>
            <p:ph type="dt" idx="10"/>
          </p:nvPr>
        </p:nvSpPr>
        <p:spPr>
          <a:xfrm>
            <a:off x="10361612" y="6130437"/>
            <a:ext cx="1146300" cy="370500"/>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32" name="Google Shape;232;p23"/>
          <p:cNvSpPr txBox="1">
            <a:spLocks noGrp="1"/>
          </p:cNvSpPr>
          <p:nvPr>
            <p:ph type="ftr" idx="11"/>
          </p:nvPr>
        </p:nvSpPr>
        <p:spPr>
          <a:xfrm>
            <a:off x="2589212" y="6135808"/>
            <a:ext cx="7620000" cy="365100"/>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33" name="Google Shape;233;p23"/>
          <p:cNvSpPr/>
          <p:nvPr/>
        </p:nvSpPr>
        <p:spPr>
          <a:xfrm rot="10800000" flipH="1">
            <a:off x="-4189" y="714372"/>
            <a:ext cx="1588529" cy="507300"/>
          </a:xfrm>
          <a:custGeom>
            <a:avLst/>
            <a:gdLst/>
            <a:ahLst/>
            <a:cxnLst/>
            <a:rect l="l" t="t" r="r" b="b"/>
            <a:pathLst>
              <a:path w="9248" h="10000" extrusionOk="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4" name="Google Shape;234;p23"/>
          <p:cNvSpPr txBox="1">
            <a:spLocks noGrp="1"/>
          </p:cNvSpPr>
          <p:nvPr>
            <p:ph type="sldNum" idx="12"/>
          </p:nvPr>
        </p:nvSpPr>
        <p:spPr>
          <a:xfrm>
            <a:off x="531812" y="787782"/>
            <a:ext cx="779700" cy="365100"/>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235"/>
        <p:cNvGrpSpPr/>
        <p:nvPr/>
      </p:nvGrpSpPr>
      <p:grpSpPr>
        <a:xfrm>
          <a:off x="0" y="0"/>
          <a:ext cx="0" cy="0"/>
          <a:chOff x="0" y="0"/>
          <a:chExt cx="0" cy="0"/>
        </a:xfrm>
      </p:grpSpPr>
      <p:sp>
        <p:nvSpPr>
          <p:cNvPr id="236" name="Google Shape;236;p24"/>
          <p:cNvSpPr txBox="1">
            <a:spLocks noGrp="1"/>
          </p:cNvSpPr>
          <p:nvPr>
            <p:ph type="dt" idx="10"/>
          </p:nvPr>
        </p:nvSpPr>
        <p:spPr>
          <a:xfrm>
            <a:off x="10361612" y="6130437"/>
            <a:ext cx="1146300" cy="370500"/>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37" name="Google Shape;237;p24"/>
          <p:cNvSpPr txBox="1">
            <a:spLocks noGrp="1"/>
          </p:cNvSpPr>
          <p:nvPr>
            <p:ph type="ftr" idx="11"/>
          </p:nvPr>
        </p:nvSpPr>
        <p:spPr>
          <a:xfrm>
            <a:off x="2589212" y="6135808"/>
            <a:ext cx="7620000" cy="365100"/>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38" name="Google Shape;238;p24"/>
          <p:cNvSpPr/>
          <p:nvPr/>
        </p:nvSpPr>
        <p:spPr>
          <a:xfrm rot="10800000" flipH="1">
            <a:off x="-4189" y="714372"/>
            <a:ext cx="1588529" cy="507300"/>
          </a:xfrm>
          <a:custGeom>
            <a:avLst/>
            <a:gdLst/>
            <a:ahLst/>
            <a:cxnLst/>
            <a:rect l="l" t="t" r="r" b="b"/>
            <a:pathLst>
              <a:path w="9248" h="10000" extrusionOk="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9" name="Google Shape;239;p24"/>
          <p:cNvSpPr txBox="1">
            <a:spLocks noGrp="1"/>
          </p:cNvSpPr>
          <p:nvPr>
            <p:ph type="sldNum" idx="12"/>
          </p:nvPr>
        </p:nvSpPr>
        <p:spPr>
          <a:xfrm>
            <a:off x="531812" y="787782"/>
            <a:ext cx="779700" cy="365100"/>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240"/>
        <p:cNvGrpSpPr/>
        <p:nvPr/>
      </p:nvGrpSpPr>
      <p:grpSpPr>
        <a:xfrm>
          <a:off x="0" y="0"/>
          <a:ext cx="0" cy="0"/>
          <a:chOff x="0" y="0"/>
          <a:chExt cx="0" cy="0"/>
        </a:xfrm>
      </p:grpSpPr>
      <p:sp>
        <p:nvSpPr>
          <p:cNvPr id="241" name="Google Shape;241;p25"/>
          <p:cNvSpPr txBox="1">
            <a:spLocks noGrp="1"/>
          </p:cNvSpPr>
          <p:nvPr>
            <p:ph type="title"/>
          </p:nvPr>
        </p:nvSpPr>
        <p:spPr>
          <a:xfrm>
            <a:off x="2589212" y="446088"/>
            <a:ext cx="3505200" cy="976200"/>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rgbClr val="168DBA"/>
              </a:buClr>
              <a:buSzPts val="2000"/>
              <a:buFont typeface="Century Gothic"/>
              <a:buNone/>
              <a:defRPr sz="2000" b="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42" name="Google Shape;242;p25"/>
          <p:cNvSpPr txBox="1">
            <a:spLocks noGrp="1"/>
          </p:cNvSpPr>
          <p:nvPr>
            <p:ph type="body" idx="1"/>
          </p:nvPr>
        </p:nvSpPr>
        <p:spPr>
          <a:xfrm>
            <a:off x="6323012" y="446088"/>
            <a:ext cx="5181600" cy="5415000"/>
          </a:xfrm>
          <a:prstGeom prst="rect">
            <a:avLst/>
          </a:prstGeom>
          <a:noFill/>
          <a:ln>
            <a:noFill/>
          </a:ln>
        </p:spPr>
        <p:txBody>
          <a:bodyPr spcFirstLastPara="1" wrap="square" lIns="91425" tIns="45700" rIns="91425" bIns="45700" anchor="ctr" anchorCtr="0">
            <a:normAutofit/>
          </a:bodyPr>
          <a:lstStyle>
            <a:lvl1pPr marL="457200" lvl="0" indent="-342900" algn="l">
              <a:spcBef>
                <a:spcPts val="1000"/>
              </a:spcBef>
              <a:spcAft>
                <a:spcPts val="0"/>
              </a:spcAft>
              <a:buSzPts val="1800"/>
              <a:buChar char="🠶"/>
              <a:defRPr/>
            </a:lvl1pPr>
            <a:lvl2pPr marL="914400" lvl="1" indent="-342900" algn="l">
              <a:spcBef>
                <a:spcPts val="1000"/>
              </a:spcBef>
              <a:spcAft>
                <a:spcPts val="0"/>
              </a:spcAft>
              <a:buSzPts val="1800"/>
              <a:buChar char="🠶"/>
              <a:defRPr/>
            </a:lvl2pPr>
            <a:lvl3pPr marL="1371600" lvl="2" indent="-342900" algn="l">
              <a:spcBef>
                <a:spcPts val="1000"/>
              </a:spcBef>
              <a:spcAft>
                <a:spcPts val="0"/>
              </a:spcAft>
              <a:buSzPts val="1800"/>
              <a:buChar char="🠶"/>
              <a:defRPr/>
            </a:lvl3pPr>
            <a:lvl4pPr marL="1828800" lvl="3" indent="-342900" algn="l">
              <a:spcBef>
                <a:spcPts val="1000"/>
              </a:spcBef>
              <a:spcAft>
                <a:spcPts val="0"/>
              </a:spcAft>
              <a:buSzPts val="1800"/>
              <a:buChar char="🠶"/>
              <a:defRPr/>
            </a:lvl4pPr>
            <a:lvl5pPr marL="2286000" lvl="4" indent="-342900" algn="l">
              <a:spcBef>
                <a:spcPts val="1000"/>
              </a:spcBef>
              <a:spcAft>
                <a:spcPts val="0"/>
              </a:spcAft>
              <a:buSzPts val="1800"/>
              <a:buChar char="🠶"/>
              <a:defRPr/>
            </a:lvl5pPr>
            <a:lvl6pPr marL="2743200" lvl="5" indent="-342900" algn="l">
              <a:spcBef>
                <a:spcPts val="1000"/>
              </a:spcBef>
              <a:spcAft>
                <a:spcPts val="0"/>
              </a:spcAft>
              <a:buSzPts val="1800"/>
              <a:buChar char="🠶"/>
              <a:defRPr/>
            </a:lvl6pPr>
            <a:lvl7pPr marL="3200400" lvl="6" indent="-342900" algn="l">
              <a:spcBef>
                <a:spcPts val="1000"/>
              </a:spcBef>
              <a:spcAft>
                <a:spcPts val="0"/>
              </a:spcAft>
              <a:buSzPts val="1800"/>
              <a:buChar char="🠶"/>
              <a:defRPr/>
            </a:lvl7pPr>
            <a:lvl8pPr marL="3657600" lvl="7" indent="-342900" algn="l">
              <a:spcBef>
                <a:spcPts val="1000"/>
              </a:spcBef>
              <a:spcAft>
                <a:spcPts val="0"/>
              </a:spcAft>
              <a:buSzPts val="1800"/>
              <a:buChar char="🠶"/>
              <a:defRPr/>
            </a:lvl8pPr>
            <a:lvl9pPr marL="4114800" lvl="8" indent="-342900" algn="l">
              <a:spcBef>
                <a:spcPts val="1000"/>
              </a:spcBef>
              <a:spcAft>
                <a:spcPts val="0"/>
              </a:spcAft>
              <a:buSzPts val="1800"/>
              <a:buChar char="🠶"/>
              <a:defRPr/>
            </a:lvl9pPr>
          </a:lstStyle>
          <a:p>
            <a:endParaRPr/>
          </a:p>
        </p:txBody>
      </p:sp>
      <p:sp>
        <p:nvSpPr>
          <p:cNvPr id="243" name="Google Shape;243;p25"/>
          <p:cNvSpPr txBox="1">
            <a:spLocks noGrp="1"/>
          </p:cNvSpPr>
          <p:nvPr>
            <p:ph type="body" idx="2"/>
          </p:nvPr>
        </p:nvSpPr>
        <p:spPr>
          <a:xfrm>
            <a:off x="2589212" y="1598613"/>
            <a:ext cx="3505200" cy="4262400"/>
          </a:xfrm>
          <a:prstGeom prst="rect">
            <a:avLst/>
          </a:prstGeom>
          <a:noFill/>
          <a:ln>
            <a:noFill/>
          </a:ln>
        </p:spPr>
        <p:txBody>
          <a:bodyPr spcFirstLastPara="1" wrap="square" lIns="91425" tIns="45700" rIns="91425" bIns="45700" anchor="t" anchorCtr="0">
            <a:normAutofit/>
          </a:bodyPr>
          <a:lstStyle>
            <a:lvl1pPr marL="457200" lvl="0" indent="-228600" algn="l">
              <a:spcBef>
                <a:spcPts val="1000"/>
              </a:spcBef>
              <a:spcAft>
                <a:spcPts val="0"/>
              </a:spcAft>
              <a:buSzPts val="1400"/>
              <a:buNone/>
              <a:defRPr sz="1400"/>
            </a:lvl1pPr>
            <a:lvl2pPr marL="914400" lvl="1" indent="-228600" algn="l">
              <a:spcBef>
                <a:spcPts val="1000"/>
              </a:spcBef>
              <a:spcAft>
                <a:spcPts val="0"/>
              </a:spcAft>
              <a:buSzPts val="1200"/>
              <a:buNone/>
              <a:defRPr sz="1200"/>
            </a:lvl2pPr>
            <a:lvl3pPr marL="1371600" lvl="2" indent="-228600" algn="l">
              <a:spcBef>
                <a:spcPts val="1000"/>
              </a:spcBef>
              <a:spcAft>
                <a:spcPts val="0"/>
              </a:spcAft>
              <a:buSzPts val="1000"/>
              <a:buNone/>
              <a:defRPr sz="1000"/>
            </a:lvl3pPr>
            <a:lvl4pPr marL="1828800" lvl="3" indent="-228600" algn="l">
              <a:spcBef>
                <a:spcPts val="1000"/>
              </a:spcBef>
              <a:spcAft>
                <a:spcPts val="0"/>
              </a:spcAft>
              <a:buSzPts val="900"/>
              <a:buNone/>
              <a:defRPr sz="900"/>
            </a:lvl4pPr>
            <a:lvl5pPr marL="2286000" lvl="4" indent="-228600" algn="l">
              <a:spcBef>
                <a:spcPts val="1000"/>
              </a:spcBef>
              <a:spcAft>
                <a:spcPts val="0"/>
              </a:spcAft>
              <a:buSzPts val="900"/>
              <a:buNone/>
              <a:defRPr sz="900"/>
            </a:lvl5pPr>
            <a:lvl6pPr marL="2743200" lvl="5" indent="-228600" algn="l">
              <a:spcBef>
                <a:spcPts val="1000"/>
              </a:spcBef>
              <a:spcAft>
                <a:spcPts val="0"/>
              </a:spcAft>
              <a:buSzPts val="900"/>
              <a:buNone/>
              <a:defRPr sz="900"/>
            </a:lvl6pPr>
            <a:lvl7pPr marL="3200400" lvl="6" indent="-228600" algn="l">
              <a:spcBef>
                <a:spcPts val="1000"/>
              </a:spcBef>
              <a:spcAft>
                <a:spcPts val="0"/>
              </a:spcAft>
              <a:buSzPts val="900"/>
              <a:buNone/>
              <a:defRPr sz="900"/>
            </a:lvl7pPr>
            <a:lvl8pPr marL="3657600" lvl="7" indent="-228600" algn="l">
              <a:spcBef>
                <a:spcPts val="1000"/>
              </a:spcBef>
              <a:spcAft>
                <a:spcPts val="0"/>
              </a:spcAft>
              <a:buSzPts val="900"/>
              <a:buNone/>
              <a:defRPr sz="900"/>
            </a:lvl8pPr>
            <a:lvl9pPr marL="4114800" lvl="8" indent="-228600" algn="l">
              <a:spcBef>
                <a:spcPts val="1000"/>
              </a:spcBef>
              <a:spcAft>
                <a:spcPts val="0"/>
              </a:spcAft>
              <a:buSzPts val="900"/>
              <a:buNone/>
              <a:defRPr sz="900"/>
            </a:lvl9pPr>
          </a:lstStyle>
          <a:p>
            <a:endParaRPr/>
          </a:p>
        </p:txBody>
      </p:sp>
      <p:sp>
        <p:nvSpPr>
          <p:cNvPr id="244" name="Google Shape;244;p25"/>
          <p:cNvSpPr txBox="1">
            <a:spLocks noGrp="1"/>
          </p:cNvSpPr>
          <p:nvPr>
            <p:ph type="dt" idx="10"/>
          </p:nvPr>
        </p:nvSpPr>
        <p:spPr>
          <a:xfrm>
            <a:off x="10361612" y="6130437"/>
            <a:ext cx="1146300" cy="370500"/>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45" name="Google Shape;245;p25"/>
          <p:cNvSpPr txBox="1">
            <a:spLocks noGrp="1"/>
          </p:cNvSpPr>
          <p:nvPr>
            <p:ph type="ftr" idx="11"/>
          </p:nvPr>
        </p:nvSpPr>
        <p:spPr>
          <a:xfrm>
            <a:off x="2589212" y="6135808"/>
            <a:ext cx="7620000" cy="365100"/>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46" name="Google Shape;246;p25"/>
          <p:cNvSpPr/>
          <p:nvPr/>
        </p:nvSpPr>
        <p:spPr>
          <a:xfrm rot="10800000" flipH="1">
            <a:off x="-4189" y="714372"/>
            <a:ext cx="1588529" cy="507300"/>
          </a:xfrm>
          <a:custGeom>
            <a:avLst/>
            <a:gdLst/>
            <a:ahLst/>
            <a:cxnLst/>
            <a:rect l="l" t="t" r="r" b="b"/>
            <a:pathLst>
              <a:path w="9248" h="10000" extrusionOk="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7" name="Google Shape;247;p25"/>
          <p:cNvSpPr txBox="1">
            <a:spLocks noGrp="1"/>
          </p:cNvSpPr>
          <p:nvPr>
            <p:ph type="sldNum" idx="12"/>
          </p:nvPr>
        </p:nvSpPr>
        <p:spPr>
          <a:xfrm>
            <a:off x="531812" y="787782"/>
            <a:ext cx="779700" cy="365100"/>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248"/>
        <p:cNvGrpSpPr/>
        <p:nvPr/>
      </p:nvGrpSpPr>
      <p:grpSpPr>
        <a:xfrm>
          <a:off x="0" y="0"/>
          <a:ext cx="0" cy="0"/>
          <a:chOff x="0" y="0"/>
          <a:chExt cx="0" cy="0"/>
        </a:xfrm>
      </p:grpSpPr>
      <p:sp>
        <p:nvSpPr>
          <p:cNvPr id="249" name="Google Shape;249;p26"/>
          <p:cNvSpPr txBox="1">
            <a:spLocks noGrp="1"/>
          </p:cNvSpPr>
          <p:nvPr>
            <p:ph type="title"/>
          </p:nvPr>
        </p:nvSpPr>
        <p:spPr>
          <a:xfrm>
            <a:off x="2589213" y="4800600"/>
            <a:ext cx="8915400" cy="566700"/>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rgbClr val="168DBA"/>
              </a:buClr>
              <a:buSzPts val="2400"/>
              <a:buFont typeface="Century Gothic"/>
              <a:buNone/>
              <a:defRPr sz="2400" b="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50" name="Google Shape;250;p26"/>
          <p:cNvSpPr>
            <a:spLocks noGrp="1"/>
          </p:cNvSpPr>
          <p:nvPr>
            <p:ph type="pic" idx="2"/>
          </p:nvPr>
        </p:nvSpPr>
        <p:spPr>
          <a:xfrm>
            <a:off x="2589212" y="634965"/>
            <a:ext cx="8915400" cy="3855000"/>
          </a:xfrm>
          <a:prstGeom prst="rect">
            <a:avLst/>
          </a:prstGeom>
          <a:noFill/>
          <a:ln>
            <a:noFill/>
          </a:ln>
        </p:spPr>
      </p:sp>
      <p:sp>
        <p:nvSpPr>
          <p:cNvPr id="251" name="Google Shape;251;p26"/>
          <p:cNvSpPr txBox="1">
            <a:spLocks noGrp="1"/>
          </p:cNvSpPr>
          <p:nvPr>
            <p:ph type="body" idx="1"/>
          </p:nvPr>
        </p:nvSpPr>
        <p:spPr>
          <a:xfrm>
            <a:off x="2589213" y="5367338"/>
            <a:ext cx="8915400" cy="493800"/>
          </a:xfrm>
          <a:prstGeom prst="rect">
            <a:avLst/>
          </a:prstGeom>
          <a:noFill/>
          <a:ln>
            <a:noFill/>
          </a:ln>
        </p:spPr>
        <p:txBody>
          <a:bodyPr spcFirstLastPara="1" wrap="square" lIns="91425" tIns="45700" rIns="91425" bIns="45700" anchor="t" anchorCtr="0">
            <a:normAutofit/>
          </a:bodyPr>
          <a:lstStyle>
            <a:lvl1pPr marL="457200" lvl="0" indent="-228600" algn="l">
              <a:spcBef>
                <a:spcPts val="1000"/>
              </a:spcBef>
              <a:spcAft>
                <a:spcPts val="0"/>
              </a:spcAft>
              <a:buSzPts val="1200"/>
              <a:buNone/>
              <a:defRPr sz="1200"/>
            </a:lvl1pPr>
            <a:lvl2pPr marL="914400" lvl="1" indent="-228600" algn="l">
              <a:spcBef>
                <a:spcPts val="1000"/>
              </a:spcBef>
              <a:spcAft>
                <a:spcPts val="0"/>
              </a:spcAft>
              <a:buSzPts val="1200"/>
              <a:buNone/>
              <a:defRPr sz="1200"/>
            </a:lvl2pPr>
            <a:lvl3pPr marL="1371600" lvl="2" indent="-228600" algn="l">
              <a:spcBef>
                <a:spcPts val="1000"/>
              </a:spcBef>
              <a:spcAft>
                <a:spcPts val="0"/>
              </a:spcAft>
              <a:buSzPts val="1000"/>
              <a:buNone/>
              <a:defRPr sz="1000"/>
            </a:lvl3pPr>
            <a:lvl4pPr marL="1828800" lvl="3" indent="-228600" algn="l">
              <a:spcBef>
                <a:spcPts val="1000"/>
              </a:spcBef>
              <a:spcAft>
                <a:spcPts val="0"/>
              </a:spcAft>
              <a:buSzPts val="900"/>
              <a:buNone/>
              <a:defRPr sz="900"/>
            </a:lvl4pPr>
            <a:lvl5pPr marL="2286000" lvl="4" indent="-228600" algn="l">
              <a:spcBef>
                <a:spcPts val="1000"/>
              </a:spcBef>
              <a:spcAft>
                <a:spcPts val="0"/>
              </a:spcAft>
              <a:buSzPts val="900"/>
              <a:buNone/>
              <a:defRPr sz="900"/>
            </a:lvl5pPr>
            <a:lvl6pPr marL="2743200" lvl="5" indent="-228600" algn="l">
              <a:spcBef>
                <a:spcPts val="1000"/>
              </a:spcBef>
              <a:spcAft>
                <a:spcPts val="0"/>
              </a:spcAft>
              <a:buSzPts val="900"/>
              <a:buNone/>
              <a:defRPr sz="900"/>
            </a:lvl6pPr>
            <a:lvl7pPr marL="3200400" lvl="6" indent="-228600" algn="l">
              <a:spcBef>
                <a:spcPts val="1000"/>
              </a:spcBef>
              <a:spcAft>
                <a:spcPts val="0"/>
              </a:spcAft>
              <a:buSzPts val="900"/>
              <a:buNone/>
              <a:defRPr sz="900"/>
            </a:lvl7pPr>
            <a:lvl8pPr marL="3657600" lvl="7" indent="-228600" algn="l">
              <a:spcBef>
                <a:spcPts val="1000"/>
              </a:spcBef>
              <a:spcAft>
                <a:spcPts val="0"/>
              </a:spcAft>
              <a:buSzPts val="900"/>
              <a:buNone/>
              <a:defRPr sz="900"/>
            </a:lvl8pPr>
            <a:lvl9pPr marL="4114800" lvl="8" indent="-228600" algn="l">
              <a:spcBef>
                <a:spcPts val="1000"/>
              </a:spcBef>
              <a:spcAft>
                <a:spcPts val="0"/>
              </a:spcAft>
              <a:buSzPts val="900"/>
              <a:buNone/>
              <a:defRPr sz="900"/>
            </a:lvl9pPr>
          </a:lstStyle>
          <a:p>
            <a:endParaRPr/>
          </a:p>
        </p:txBody>
      </p:sp>
      <p:sp>
        <p:nvSpPr>
          <p:cNvPr id="252" name="Google Shape;252;p26"/>
          <p:cNvSpPr txBox="1">
            <a:spLocks noGrp="1"/>
          </p:cNvSpPr>
          <p:nvPr>
            <p:ph type="dt" idx="10"/>
          </p:nvPr>
        </p:nvSpPr>
        <p:spPr>
          <a:xfrm>
            <a:off x="10361612" y="6130437"/>
            <a:ext cx="1146300" cy="370500"/>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53" name="Google Shape;253;p26"/>
          <p:cNvSpPr txBox="1">
            <a:spLocks noGrp="1"/>
          </p:cNvSpPr>
          <p:nvPr>
            <p:ph type="ftr" idx="11"/>
          </p:nvPr>
        </p:nvSpPr>
        <p:spPr>
          <a:xfrm>
            <a:off x="2589212" y="6135808"/>
            <a:ext cx="7620000" cy="365100"/>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54" name="Google Shape;254;p26"/>
          <p:cNvSpPr/>
          <p:nvPr/>
        </p:nvSpPr>
        <p:spPr>
          <a:xfrm rot="10800000" flipH="1">
            <a:off x="-4189" y="4911722"/>
            <a:ext cx="1588529" cy="507300"/>
          </a:xfrm>
          <a:custGeom>
            <a:avLst/>
            <a:gdLst/>
            <a:ahLst/>
            <a:cxnLst/>
            <a:rect l="l" t="t" r="r" b="b"/>
            <a:pathLst>
              <a:path w="9248" h="10000" extrusionOk="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5" name="Google Shape;255;p26"/>
          <p:cNvSpPr txBox="1">
            <a:spLocks noGrp="1"/>
          </p:cNvSpPr>
          <p:nvPr>
            <p:ph type="sldNum" idx="12"/>
          </p:nvPr>
        </p:nvSpPr>
        <p:spPr>
          <a:xfrm>
            <a:off x="531812" y="4983087"/>
            <a:ext cx="779700" cy="365100"/>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matchingName="Title and Caption">
  <p:cSld name="Title and Caption">
    <p:spTree>
      <p:nvGrpSpPr>
        <p:cNvPr id="1" name="Shape 256"/>
        <p:cNvGrpSpPr/>
        <p:nvPr/>
      </p:nvGrpSpPr>
      <p:grpSpPr>
        <a:xfrm>
          <a:off x="0" y="0"/>
          <a:ext cx="0" cy="0"/>
          <a:chOff x="0" y="0"/>
          <a:chExt cx="0" cy="0"/>
        </a:xfrm>
      </p:grpSpPr>
      <p:sp>
        <p:nvSpPr>
          <p:cNvPr id="257" name="Google Shape;257;p27"/>
          <p:cNvSpPr txBox="1">
            <a:spLocks noGrp="1"/>
          </p:cNvSpPr>
          <p:nvPr>
            <p:ph type="title"/>
          </p:nvPr>
        </p:nvSpPr>
        <p:spPr>
          <a:xfrm>
            <a:off x="2589212" y="609600"/>
            <a:ext cx="8915400" cy="3117000"/>
          </a:xfrm>
          <a:prstGeom prst="rect">
            <a:avLst/>
          </a:prstGeom>
          <a:noFill/>
          <a:ln>
            <a:noFill/>
          </a:ln>
        </p:spPr>
        <p:txBody>
          <a:bodyPr spcFirstLastPara="1" wrap="square" lIns="91425" tIns="45700" rIns="91425" bIns="45700" anchor="ctr" anchorCtr="0">
            <a:normAutofit/>
          </a:bodyPr>
          <a:lstStyle>
            <a:lvl1pPr lvl="0" algn="l">
              <a:spcBef>
                <a:spcPts val="0"/>
              </a:spcBef>
              <a:spcAft>
                <a:spcPts val="0"/>
              </a:spcAft>
              <a:buClr>
                <a:srgbClr val="168DBA"/>
              </a:buClr>
              <a:buSzPts val="4800"/>
              <a:buFont typeface="Century Gothic"/>
              <a:buNone/>
              <a:defRPr sz="4800" b="0" cap="none"/>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58" name="Google Shape;258;p27"/>
          <p:cNvSpPr txBox="1">
            <a:spLocks noGrp="1"/>
          </p:cNvSpPr>
          <p:nvPr>
            <p:ph type="body" idx="1"/>
          </p:nvPr>
        </p:nvSpPr>
        <p:spPr>
          <a:xfrm>
            <a:off x="2589212" y="4354046"/>
            <a:ext cx="8915400" cy="1555800"/>
          </a:xfrm>
          <a:prstGeom prst="rect">
            <a:avLst/>
          </a:prstGeom>
          <a:noFill/>
          <a:ln>
            <a:noFill/>
          </a:ln>
        </p:spPr>
        <p:txBody>
          <a:bodyPr spcFirstLastPara="1" wrap="square" lIns="91425" tIns="45700" rIns="91425" bIns="45700" anchor="ctr" anchorCtr="0">
            <a:normAutofit/>
          </a:bodyPr>
          <a:lstStyle>
            <a:lvl1pPr marL="457200" lvl="0" indent="-228600" algn="l">
              <a:spcBef>
                <a:spcPts val="1000"/>
              </a:spcBef>
              <a:spcAft>
                <a:spcPts val="0"/>
              </a:spcAft>
              <a:buSzPts val="1800"/>
              <a:buNone/>
              <a:defRPr sz="1800">
                <a:solidFill>
                  <a:srgbClr val="595959"/>
                </a:solidFill>
              </a:defRPr>
            </a:lvl1pPr>
            <a:lvl2pPr marL="914400" lvl="1" indent="-228600" algn="l">
              <a:spcBef>
                <a:spcPts val="1000"/>
              </a:spcBef>
              <a:spcAft>
                <a:spcPts val="0"/>
              </a:spcAft>
              <a:buSzPts val="1800"/>
              <a:buNone/>
              <a:defRPr sz="1800">
                <a:solidFill>
                  <a:srgbClr val="888888"/>
                </a:solidFill>
              </a:defRPr>
            </a:lvl2pPr>
            <a:lvl3pPr marL="1371600" lvl="2" indent="-228600" algn="l">
              <a:spcBef>
                <a:spcPts val="1000"/>
              </a:spcBef>
              <a:spcAft>
                <a:spcPts val="0"/>
              </a:spcAft>
              <a:buSzPts val="1600"/>
              <a:buNone/>
              <a:defRPr sz="1600">
                <a:solidFill>
                  <a:srgbClr val="888888"/>
                </a:solidFill>
              </a:defRPr>
            </a:lvl3pPr>
            <a:lvl4pPr marL="1828800" lvl="3" indent="-228600" algn="l">
              <a:spcBef>
                <a:spcPts val="1000"/>
              </a:spcBef>
              <a:spcAft>
                <a:spcPts val="0"/>
              </a:spcAft>
              <a:buSzPts val="1400"/>
              <a:buNone/>
              <a:defRPr sz="1400">
                <a:solidFill>
                  <a:srgbClr val="888888"/>
                </a:solidFill>
              </a:defRPr>
            </a:lvl4pPr>
            <a:lvl5pPr marL="2286000" lvl="4" indent="-228600" algn="l">
              <a:spcBef>
                <a:spcPts val="1000"/>
              </a:spcBef>
              <a:spcAft>
                <a:spcPts val="0"/>
              </a:spcAft>
              <a:buSzPts val="1400"/>
              <a:buNone/>
              <a:defRPr sz="1400">
                <a:solidFill>
                  <a:srgbClr val="888888"/>
                </a:solidFill>
              </a:defRPr>
            </a:lvl5pPr>
            <a:lvl6pPr marL="2743200" lvl="5" indent="-228600" algn="l">
              <a:spcBef>
                <a:spcPts val="1000"/>
              </a:spcBef>
              <a:spcAft>
                <a:spcPts val="0"/>
              </a:spcAft>
              <a:buSzPts val="1400"/>
              <a:buNone/>
              <a:defRPr sz="1400">
                <a:solidFill>
                  <a:srgbClr val="888888"/>
                </a:solidFill>
              </a:defRPr>
            </a:lvl6pPr>
            <a:lvl7pPr marL="3200400" lvl="6" indent="-228600" algn="l">
              <a:spcBef>
                <a:spcPts val="1000"/>
              </a:spcBef>
              <a:spcAft>
                <a:spcPts val="0"/>
              </a:spcAft>
              <a:buSzPts val="1400"/>
              <a:buNone/>
              <a:defRPr sz="1400">
                <a:solidFill>
                  <a:srgbClr val="888888"/>
                </a:solidFill>
              </a:defRPr>
            </a:lvl7pPr>
            <a:lvl8pPr marL="3657600" lvl="7" indent="-228600" algn="l">
              <a:spcBef>
                <a:spcPts val="1000"/>
              </a:spcBef>
              <a:spcAft>
                <a:spcPts val="0"/>
              </a:spcAft>
              <a:buSzPts val="1400"/>
              <a:buNone/>
              <a:defRPr sz="1400">
                <a:solidFill>
                  <a:srgbClr val="888888"/>
                </a:solidFill>
              </a:defRPr>
            </a:lvl8pPr>
            <a:lvl9pPr marL="4114800" lvl="8" indent="-228600" algn="l">
              <a:spcBef>
                <a:spcPts val="1000"/>
              </a:spcBef>
              <a:spcAft>
                <a:spcPts val="0"/>
              </a:spcAft>
              <a:buSzPts val="1400"/>
              <a:buNone/>
              <a:defRPr sz="1400">
                <a:solidFill>
                  <a:srgbClr val="888888"/>
                </a:solidFill>
              </a:defRPr>
            </a:lvl9pPr>
          </a:lstStyle>
          <a:p>
            <a:endParaRPr/>
          </a:p>
        </p:txBody>
      </p:sp>
      <p:sp>
        <p:nvSpPr>
          <p:cNvPr id="259" name="Google Shape;259;p27"/>
          <p:cNvSpPr txBox="1">
            <a:spLocks noGrp="1"/>
          </p:cNvSpPr>
          <p:nvPr>
            <p:ph type="dt" idx="10"/>
          </p:nvPr>
        </p:nvSpPr>
        <p:spPr>
          <a:xfrm>
            <a:off x="10361612" y="6130437"/>
            <a:ext cx="1146300" cy="370500"/>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60" name="Google Shape;260;p27"/>
          <p:cNvSpPr txBox="1">
            <a:spLocks noGrp="1"/>
          </p:cNvSpPr>
          <p:nvPr>
            <p:ph type="ftr" idx="11"/>
          </p:nvPr>
        </p:nvSpPr>
        <p:spPr>
          <a:xfrm>
            <a:off x="2589212" y="6135808"/>
            <a:ext cx="7620000" cy="365100"/>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61" name="Google Shape;261;p27"/>
          <p:cNvSpPr/>
          <p:nvPr/>
        </p:nvSpPr>
        <p:spPr>
          <a:xfrm rot="10800000" flipH="1">
            <a:off x="-4189" y="3178172"/>
            <a:ext cx="1588529" cy="507300"/>
          </a:xfrm>
          <a:custGeom>
            <a:avLst/>
            <a:gdLst/>
            <a:ahLst/>
            <a:cxnLst/>
            <a:rect l="l" t="t" r="r" b="b"/>
            <a:pathLst>
              <a:path w="9248" h="10000" extrusionOk="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2" name="Google Shape;262;p27"/>
          <p:cNvSpPr txBox="1">
            <a:spLocks noGrp="1"/>
          </p:cNvSpPr>
          <p:nvPr>
            <p:ph type="sldNum" idx="12"/>
          </p:nvPr>
        </p:nvSpPr>
        <p:spPr>
          <a:xfrm>
            <a:off x="531812" y="3244139"/>
            <a:ext cx="779700" cy="365100"/>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matchingName="Quote with Caption">
  <p:cSld name="Quote with Caption">
    <p:spTree>
      <p:nvGrpSpPr>
        <p:cNvPr id="1" name="Shape 263"/>
        <p:cNvGrpSpPr/>
        <p:nvPr/>
      </p:nvGrpSpPr>
      <p:grpSpPr>
        <a:xfrm>
          <a:off x="0" y="0"/>
          <a:ext cx="0" cy="0"/>
          <a:chOff x="0" y="0"/>
          <a:chExt cx="0" cy="0"/>
        </a:xfrm>
      </p:grpSpPr>
      <p:sp>
        <p:nvSpPr>
          <p:cNvPr id="264" name="Google Shape;264;p28"/>
          <p:cNvSpPr txBox="1">
            <a:spLocks noGrp="1"/>
          </p:cNvSpPr>
          <p:nvPr>
            <p:ph type="title"/>
          </p:nvPr>
        </p:nvSpPr>
        <p:spPr>
          <a:xfrm>
            <a:off x="2849949" y="609600"/>
            <a:ext cx="8394000" cy="2895600"/>
          </a:xfrm>
          <a:prstGeom prst="rect">
            <a:avLst/>
          </a:prstGeom>
          <a:noFill/>
          <a:ln>
            <a:noFill/>
          </a:ln>
        </p:spPr>
        <p:txBody>
          <a:bodyPr spcFirstLastPara="1" wrap="square" lIns="91425" tIns="45700" rIns="91425" bIns="45700" anchor="ctr" anchorCtr="0">
            <a:normAutofit/>
          </a:bodyPr>
          <a:lstStyle>
            <a:lvl1pPr lvl="0" algn="l">
              <a:spcBef>
                <a:spcPts val="0"/>
              </a:spcBef>
              <a:spcAft>
                <a:spcPts val="0"/>
              </a:spcAft>
              <a:buClr>
                <a:srgbClr val="168DBA"/>
              </a:buClr>
              <a:buSzPts val="4800"/>
              <a:buFont typeface="Century Gothic"/>
              <a:buNone/>
              <a:defRPr sz="4800" b="0" cap="none"/>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65" name="Google Shape;265;p28"/>
          <p:cNvSpPr txBox="1">
            <a:spLocks noGrp="1"/>
          </p:cNvSpPr>
          <p:nvPr>
            <p:ph type="body" idx="1"/>
          </p:nvPr>
        </p:nvSpPr>
        <p:spPr>
          <a:xfrm>
            <a:off x="3275012" y="3505200"/>
            <a:ext cx="7536600" cy="381000"/>
          </a:xfrm>
          <a:prstGeom prst="rect">
            <a:avLst/>
          </a:prstGeom>
          <a:noFill/>
          <a:ln>
            <a:noFill/>
          </a:ln>
        </p:spPr>
        <p:txBody>
          <a:bodyPr spcFirstLastPara="1" wrap="square" lIns="91425" tIns="45700" rIns="91425" bIns="45700" anchor="ctr" anchorCtr="0">
            <a:noAutofit/>
          </a:bodyPr>
          <a:lstStyle>
            <a:lvl1pPr marL="457200" lvl="0" indent="-228600" algn="l">
              <a:spcBef>
                <a:spcPts val="1000"/>
              </a:spcBef>
              <a:spcAft>
                <a:spcPts val="0"/>
              </a:spcAft>
              <a:buSzPts val="1600"/>
              <a:buFont typeface="Century Gothic"/>
              <a:buNone/>
              <a:defRPr sz="1600">
                <a:solidFill>
                  <a:srgbClr val="7F7F7F"/>
                </a:solidFill>
              </a:defRPr>
            </a:lvl1pPr>
            <a:lvl2pPr marL="914400" lvl="1" indent="-228600" algn="l">
              <a:spcBef>
                <a:spcPts val="1000"/>
              </a:spcBef>
              <a:spcAft>
                <a:spcPts val="0"/>
              </a:spcAft>
              <a:buSzPts val="1600"/>
              <a:buFont typeface="Century Gothic"/>
              <a:buNone/>
              <a:defRPr/>
            </a:lvl2pPr>
            <a:lvl3pPr marL="1371600" lvl="2" indent="-228600" algn="l">
              <a:spcBef>
                <a:spcPts val="1000"/>
              </a:spcBef>
              <a:spcAft>
                <a:spcPts val="0"/>
              </a:spcAft>
              <a:buSzPts val="1400"/>
              <a:buFont typeface="Century Gothic"/>
              <a:buNone/>
              <a:defRPr/>
            </a:lvl3pPr>
            <a:lvl4pPr marL="1828800" lvl="3" indent="-228600" algn="l">
              <a:spcBef>
                <a:spcPts val="1000"/>
              </a:spcBef>
              <a:spcAft>
                <a:spcPts val="0"/>
              </a:spcAft>
              <a:buSzPts val="1200"/>
              <a:buFont typeface="Century Gothic"/>
              <a:buNone/>
              <a:defRPr/>
            </a:lvl4pPr>
            <a:lvl5pPr marL="2286000" lvl="4" indent="-228600" algn="l">
              <a:spcBef>
                <a:spcPts val="1000"/>
              </a:spcBef>
              <a:spcAft>
                <a:spcPts val="0"/>
              </a:spcAft>
              <a:buSzPts val="1200"/>
              <a:buFont typeface="Century Gothic"/>
              <a:buNone/>
              <a:defRPr/>
            </a:lvl5pPr>
            <a:lvl6pPr marL="2743200" lvl="5" indent="-342900" algn="l">
              <a:spcBef>
                <a:spcPts val="1000"/>
              </a:spcBef>
              <a:spcAft>
                <a:spcPts val="0"/>
              </a:spcAft>
              <a:buSzPts val="1800"/>
              <a:buChar char="🠶"/>
              <a:defRPr/>
            </a:lvl6pPr>
            <a:lvl7pPr marL="3200400" lvl="6" indent="-342900" algn="l">
              <a:spcBef>
                <a:spcPts val="1000"/>
              </a:spcBef>
              <a:spcAft>
                <a:spcPts val="0"/>
              </a:spcAft>
              <a:buSzPts val="1800"/>
              <a:buChar char="🠶"/>
              <a:defRPr/>
            </a:lvl7pPr>
            <a:lvl8pPr marL="3657600" lvl="7" indent="-342900" algn="l">
              <a:spcBef>
                <a:spcPts val="1000"/>
              </a:spcBef>
              <a:spcAft>
                <a:spcPts val="0"/>
              </a:spcAft>
              <a:buSzPts val="1800"/>
              <a:buChar char="🠶"/>
              <a:defRPr/>
            </a:lvl8pPr>
            <a:lvl9pPr marL="4114800" lvl="8" indent="-342900" algn="l">
              <a:spcBef>
                <a:spcPts val="1000"/>
              </a:spcBef>
              <a:spcAft>
                <a:spcPts val="0"/>
              </a:spcAft>
              <a:buSzPts val="1800"/>
              <a:buChar char="🠶"/>
              <a:defRPr/>
            </a:lvl9pPr>
          </a:lstStyle>
          <a:p>
            <a:endParaRPr/>
          </a:p>
        </p:txBody>
      </p:sp>
      <p:sp>
        <p:nvSpPr>
          <p:cNvPr id="266" name="Google Shape;266;p28"/>
          <p:cNvSpPr txBox="1">
            <a:spLocks noGrp="1"/>
          </p:cNvSpPr>
          <p:nvPr>
            <p:ph type="body" idx="2"/>
          </p:nvPr>
        </p:nvSpPr>
        <p:spPr>
          <a:xfrm>
            <a:off x="2589212" y="4354046"/>
            <a:ext cx="8915400" cy="1555800"/>
          </a:xfrm>
          <a:prstGeom prst="rect">
            <a:avLst/>
          </a:prstGeom>
          <a:noFill/>
          <a:ln>
            <a:noFill/>
          </a:ln>
        </p:spPr>
        <p:txBody>
          <a:bodyPr spcFirstLastPara="1" wrap="square" lIns="91425" tIns="45700" rIns="91425" bIns="45700" anchor="ctr" anchorCtr="0">
            <a:normAutofit/>
          </a:bodyPr>
          <a:lstStyle>
            <a:lvl1pPr marL="457200" lvl="0" indent="-228600" algn="l">
              <a:spcBef>
                <a:spcPts val="1000"/>
              </a:spcBef>
              <a:spcAft>
                <a:spcPts val="0"/>
              </a:spcAft>
              <a:buSzPts val="1800"/>
              <a:buNone/>
              <a:defRPr sz="1800">
                <a:solidFill>
                  <a:srgbClr val="595959"/>
                </a:solidFill>
              </a:defRPr>
            </a:lvl1pPr>
            <a:lvl2pPr marL="914400" lvl="1" indent="-228600" algn="l">
              <a:spcBef>
                <a:spcPts val="1000"/>
              </a:spcBef>
              <a:spcAft>
                <a:spcPts val="0"/>
              </a:spcAft>
              <a:buSzPts val="1800"/>
              <a:buNone/>
              <a:defRPr sz="1800">
                <a:solidFill>
                  <a:srgbClr val="888888"/>
                </a:solidFill>
              </a:defRPr>
            </a:lvl2pPr>
            <a:lvl3pPr marL="1371600" lvl="2" indent="-228600" algn="l">
              <a:spcBef>
                <a:spcPts val="1000"/>
              </a:spcBef>
              <a:spcAft>
                <a:spcPts val="0"/>
              </a:spcAft>
              <a:buSzPts val="1600"/>
              <a:buNone/>
              <a:defRPr sz="1600">
                <a:solidFill>
                  <a:srgbClr val="888888"/>
                </a:solidFill>
              </a:defRPr>
            </a:lvl3pPr>
            <a:lvl4pPr marL="1828800" lvl="3" indent="-228600" algn="l">
              <a:spcBef>
                <a:spcPts val="1000"/>
              </a:spcBef>
              <a:spcAft>
                <a:spcPts val="0"/>
              </a:spcAft>
              <a:buSzPts val="1400"/>
              <a:buNone/>
              <a:defRPr sz="1400">
                <a:solidFill>
                  <a:srgbClr val="888888"/>
                </a:solidFill>
              </a:defRPr>
            </a:lvl4pPr>
            <a:lvl5pPr marL="2286000" lvl="4" indent="-228600" algn="l">
              <a:spcBef>
                <a:spcPts val="1000"/>
              </a:spcBef>
              <a:spcAft>
                <a:spcPts val="0"/>
              </a:spcAft>
              <a:buSzPts val="1400"/>
              <a:buNone/>
              <a:defRPr sz="1400">
                <a:solidFill>
                  <a:srgbClr val="888888"/>
                </a:solidFill>
              </a:defRPr>
            </a:lvl5pPr>
            <a:lvl6pPr marL="2743200" lvl="5" indent="-228600" algn="l">
              <a:spcBef>
                <a:spcPts val="1000"/>
              </a:spcBef>
              <a:spcAft>
                <a:spcPts val="0"/>
              </a:spcAft>
              <a:buSzPts val="1400"/>
              <a:buNone/>
              <a:defRPr sz="1400">
                <a:solidFill>
                  <a:srgbClr val="888888"/>
                </a:solidFill>
              </a:defRPr>
            </a:lvl6pPr>
            <a:lvl7pPr marL="3200400" lvl="6" indent="-228600" algn="l">
              <a:spcBef>
                <a:spcPts val="1000"/>
              </a:spcBef>
              <a:spcAft>
                <a:spcPts val="0"/>
              </a:spcAft>
              <a:buSzPts val="1400"/>
              <a:buNone/>
              <a:defRPr sz="1400">
                <a:solidFill>
                  <a:srgbClr val="888888"/>
                </a:solidFill>
              </a:defRPr>
            </a:lvl7pPr>
            <a:lvl8pPr marL="3657600" lvl="7" indent="-228600" algn="l">
              <a:spcBef>
                <a:spcPts val="1000"/>
              </a:spcBef>
              <a:spcAft>
                <a:spcPts val="0"/>
              </a:spcAft>
              <a:buSzPts val="1400"/>
              <a:buNone/>
              <a:defRPr sz="1400">
                <a:solidFill>
                  <a:srgbClr val="888888"/>
                </a:solidFill>
              </a:defRPr>
            </a:lvl8pPr>
            <a:lvl9pPr marL="4114800" lvl="8" indent="-228600" algn="l">
              <a:spcBef>
                <a:spcPts val="1000"/>
              </a:spcBef>
              <a:spcAft>
                <a:spcPts val="0"/>
              </a:spcAft>
              <a:buSzPts val="1400"/>
              <a:buNone/>
              <a:defRPr sz="1400">
                <a:solidFill>
                  <a:srgbClr val="888888"/>
                </a:solidFill>
              </a:defRPr>
            </a:lvl9pPr>
          </a:lstStyle>
          <a:p>
            <a:endParaRPr/>
          </a:p>
        </p:txBody>
      </p:sp>
      <p:sp>
        <p:nvSpPr>
          <p:cNvPr id="267" name="Google Shape;267;p28"/>
          <p:cNvSpPr txBox="1">
            <a:spLocks noGrp="1"/>
          </p:cNvSpPr>
          <p:nvPr>
            <p:ph type="dt" idx="10"/>
          </p:nvPr>
        </p:nvSpPr>
        <p:spPr>
          <a:xfrm>
            <a:off x="10361612" y="6130437"/>
            <a:ext cx="1146300" cy="370500"/>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68" name="Google Shape;268;p28"/>
          <p:cNvSpPr txBox="1">
            <a:spLocks noGrp="1"/>
          </p:cNvSpPr>
          <p:nvPr>
            <p:ph type="ftr" idx="11"/>
          </p:nvPr>
        </p:nvSpPr>
        <p:spPr>
          <a:xfrm>
            <a:off x="2589212" y="6135808"/>
            <a:ext cx="7620000" cy="365100"/>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69" name="Google Shape;269;p28"/>
          <p:cNvSpPr/>
          <p:nvPr/>
        </p:nvSpPr>
        <p:spPr>
          <a:xfrm rot="10800000" flipH="1">
            <a:off x="-4189" y="3178172"/>
            <a:ext cx="1588529" cy="507300"/>
          </a:xfrm>
          <a:custGeom>
            <a:avLst/>
            <a:gdLst/>
            <a:ahLst/>
            <a:cxnLst/>
            <a:rect l="l" t="t" r="r" b="b"/>
            <a:pathLst>
              <a:path w="9248" h="10000" extrusionOk="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0" name="Google Shape;270;p28"/>
          <p:cNvSpPr txBox="1">
            <a:spLocks noGrp="1"/>
          </p:cNvSpPr>
          <p:nvPr>
            <p:ph type="sldNum" idx="12"/>
          </p:nvPr>
        </p:nvSpPr>
        <p:spPr>
          <a:xfrm>
            <a:off x="531812" y="3244139"/>
            <a:ext cx="779700" cy="365100"/>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
        <p:nvSpPr>
          <p:cNvPr id="271" name="Google Shape;271;p28"/>
          <p:cNvSpPr txBox="1"/>
          <p:nvPr/>
        </p:nvSpPr>
        <p:spPr>
          <a:xfrm>
            <a:off x="2467652" y="648005"/>
            <a:ext cx="609600" cy="58470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None/>
            </a:pPr>
            <a:r>
              <a:rPr lang="en-US" sz="8000">
                <a:solidFill>
                  <a:schemeClr val="accent1"/>
                </a:solidFill>
                <a:latin typeface="Arial"/>
                <a:ea typeface="Arial"/>
                <a:cs typeface="Arial"/>
                <a:sym typeface="Arial"/>
              </a:rPr>
              <a:t>“</a:t>
            </a:r>
            <a:endParaRPr/>
          </a:p>
        </p:txBody>
      </p:sp>
      <p:sp>
        <p:nvSpPr>
          <p:cNvPr id="272" name="Google Shape;272;p28"/>
          <p:cNvSpPr txBox="1"/>
          <p:nvPr/>
        </p:nvSpPr>
        <p:spPr>
          <a:xfrm>
            <a:off x="11114852" y="2905306"/>
            <a:ext cx="609600" cy="58470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None/>
            </a:pPr>
            <a:r>
              <a:rPr lang="en-US" sz="8000">
                <a:solidFill>
                  <a:schemeClr val="accent1"/>
                </a:solidFill>
                <a:latin typeface="Arial"/>
                <a:ea typeface="Arial"/>
                <a:cs typeface="Arial"/>
                <a:sym typeface="Arial"/>
              </a:rPr>
              <a:t>”</a:t>
            </a:r>
            <a:endParaRP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matchingName="Name Card">
  <p:cSld name="Name Card">
    <p:spTree>
      <p:nvGrpSpPr>
        <p:cNvPr id="1" name="Shape 273"/>
        <p:cNvGrpSpPr/>
        <p:nvPr/>
      </p:nvGrpSpPr>
      <p:grpSpPr>
        <a:xfrm>
          <a:off x="0" y="0"/>
          <a:ext cx="0" cy="0"/>
          <a:chOff x="0" y="0"/>
          <a:chExt cx="0" cy="0"/>
        </a:xfrm>
      </p:grpSpPr>
      <p:sp>
        <p:nvSpPr>
          <p:cNvPr id="274" name="Google Shape;274;p29"/>
          <p:cNvSpPr txBox="1">
            <a:spLocks noGrp="1"/>
          </p:cNvSpPr>
          <p:nvPr>
            <p:ph type="title"/>
          </p:nvPr>
        </p:nvSpPr>
        <p:spPr>
          <a:xfrm>
            <a:off x="2589213" y="2438400"/>
            <a:ext cx="8915400" cy="2724900"/>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rgbClr val="168DBA"/>
              </a:buClr>
              <a:buSzPts val="4800"/>
              <a:buFont typeface="Century Gothic"/>
              <a:buNone/>
              <a:defRPr sz="4800" b="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75" name="Google Shape;275;p29"/>
          <p:cNvSpPr txBox="1">
            <a:spLocks noGrp="1"/>
          </p:cNvSpPr>
          <p:nvPr>
            <p:ph type="body" idx="1"/>
          </p:nvPr>
        </p:nvSpPr>
        <p:spPr>
          <a:xfrm>
            <a:off x="2589213" y="5181600"/>
            <a:ext cx="8915400" cy="729600"/>
          </a:xfrm>
          <a:prstGeom prst="rect">
            <a:avLst/>
          </a:prstGeom>
          <a:noFill/>
          <a:ln>
            <a:noFill/>
          </a:ln>
        </p:spPr>
        <p:txBody>
          <a:bodyPr spcFirstLastPara="1" wrap="square" lIns="91425" tIns="45700" rIns="91425" bIns="45700" anchor="t" anchorCtr="0">
            <a:normAutofit/>
          </a:bodyPr>
          <a:lstStyle>
            <a:lvl1pPr marL="457200" lvl="0" indent="-228600" algn="l">
              <a:spcBef>
                <a:spcPts val="1000"/>
              </a:spcBef>
              <a:spcAft>
                <a:spcPts val="0"/>
              </a:spcAft>
              <a:buSzPts val="1800"/>
              <a:buNone/>
              <a:defRPr>
                <a:solidFill>
                  <a:srgbClr val="595959"/>
                </a:solidFill>
              </a:defRPr>
            </a:lvl1pPr>
            <a:lvl2pPr marL="914400" lvl="1" indent="-342900" algn="l">
              <a:spcBef>
                <a:spcPts val="1000"/>
              </a:spcBef>
              <a:spcAft>
                <a:spcPts val="0"/>
              </a:spcAft>
              <a:buSzPts val="1800"/>
              <a:buChar char="🠶"/>
              <a:defRPr/>
            </a:lvl2pPr>
            <a:lvl3pPr marL="1371600" lvl="2" indent="-342900" algn="l">
              <a:spcBef>
                <a:spcPts val="1000"/>
              </a:spcBef>
              <a:spcAft>
                <a:spcPts val="0"/>
              </a:spcAft>
              <a:buSzPts val="1800"/>
              <a:buChar char="🠶"/>
              <a:defRPr/>
            </a:lvl3pPr>
            <a:lvl4pPr marL="1828800" lvl="3" indent="-342900" algn="l">
              <a:spcBef>
                <a:spcPts val="1000"/>
              </a:spcBef>
              <a:spcAft>
                <a:spcPts val="0"/>
              </a:spcAft>
              <a:buSzPts val="1800"/>
              <a:buChar char="🠶"/>
              <a:defRPr/>
            </a:lvl4pPr>
            <a:lvl5pPr marL="2286000" lvl="4" indent="-342900" algn="l">
              <a:spcBef>
                <a:spcPts val="1000"/>
              </a:spcBef>
              <a:spcAft>
                <a:spcPts val="0"/>
              </a:spcAft>
              <a:buSzPts val="1800"/>
              <a:buChar char="🠶"/>
              <a:defRPr/>
            </a:lvl5pPr>
            <a:lvl6pPr marL="2743200" lvl="5" indent="-342900" algn="l">
              <a:spcBef>
                <a:spcPts val="1000"/>
              </a:spcBef>
              <a:spcAft>
                <a:spcPts val="0"/>
              </a:spcAft>
              <a:buSzPts val="1800"/>
              <a:buChar char="🠶"/>
              <a:defRPr/>
            </a:lvl6pPr>
            <a:lvl7pPr marL="3200400" lvl="6" indent="-342900" algn="l">
              <a:spcBef>
                <a:spcPts val="1000"/>
              </a:spcBef>
              <a:spcAft>
                <a:spcPts val="0"/>
              </a:spcAft>
              <a:buSzPts val="1800"/>
              <a:buChar char="🠶"/>
              <a:defRPr/>
            </a:lvl7pPr>
            <a:lvl8pPr marL="3657600" lvl="7" indent="-342900" algn="l">
              <a:spcBef>
                <a:spcPts val="1000"/>
              </a:spcBef>
              <a:spcAft>
                <a:spcPts val="0"/>
              </a:spcAft>
              <a:buSzPts val="1800"/>
              <a:buChar char="🠶"/>
              <a:defRPr/>
            </a:lvl8pPr>
            <a:lvl9pPr marL="4114800" lvl="8" indent="-342900" algn="l">
              <a:spcBef>
                <a:spcPts val="1000"/>
              </a:spcBef>
              <a:spcAft>
                <a:spcPts val="0"/>
              </a:spcAft>
              <a:buSzPts val="1800"/>
              <a:buChar char="🠶"/>
              <a:defRPr/>
            </a:lvl9pPr>
          </a:lstStyle>
          <a:p>
            <a:endParaRPr/>
          </a:p>
        </p:txBody>
      </p:sp>
      <p:sp>
        <p:nvSpPr>
          <p:cNvPr id="276" name="Google Shape;276;p29"/>
          <p:cNvSpPr txBox="1">
            <a:spLocks noGrp="1"/>
          </p:cNvSpPr>
          <p:nvPr>
            <p:ph type="dt" idx="10"/>
          </p:nvPr>
        </p:nvSpPr>
        <p:spPr>
          <a:xfrm>
            <a:off x="10361612" y="6130437"/>
            <a:ext cx="1146300" cy="370500"/>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77" name="Google Shape;277;p29"/>
          <p:cNvSpPr txBox="1">
            <a:spLocks noGrp="1"/>
          </p:cNvSpPr>
          <p:nvPr>
            <p:ph type="ftr" idx="11"/>
          </p:nvPr>
        </p:nvSpPr>
        <p:spPr>
          <a:xfrm>
            <a:off x="2589212" y="6135808"/>
            <a:ext cx="7620000" cy="365100"/>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78" name="Google Shape;278;p29"/>
          <p:cNvSpPr/>
          <p:nvPr/>
        </p:nvSpPr>
        <p:spPr>
          <a:xfrm rot="10800000" flipH="1">
            <a:off x="-4189" y="4911722"/>
            <a:ext cx="1588529" cy="507300"/>
          </a:xfrm>
          <a:custGeom>
            <a:avLst/>
            <a:gdLst/>
            <a:ahLst/>
            <a:cxnLst/>
            <a:rect l="l" t="t" r="r" b="b"/>
            <a:pathLst>
              <a:path w="9248" h="10000" extrusionOk="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9" name="Google Shape;279;p29"/>
          <p:cNvSpPr txBox="1">
            <a:spLocks noGrp="1"/>
          </p:cNvSpPr>
          <p:nvPr>
            <p:ph type="sldNum" idx="12"/>
          </p:nvPr>
        </p:nvSpPr>
        <p:spPr>
          <a:xfrm>
            <a:off x="531812" y="4983087"/>
            <a:ext cx="779700" cy="365100"/>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matchingName="Quote Name Card">
  <p:cSld name="Quote Name Card">
    <p:spTree>
      <p:nvGrpSpPr>
        <p:cNvPr id="1" name="Shape 280"/>
        <p:cNvGrpSpPr/>
        <p:nvPr/>
      </p:nvGrpSpPr>
      <p:grpSpPr>
        <a:xfrm>
          <a:off x="0" y="0"/>
          <a:ext cx="0" cy="0"/>
          <a:chOff x="0" y="0"/>
          <a:chExt cx="0" cy="0"/>
        </a:xfrm>
      </p:grpSpPr>
      <p:sp>
        <p:nvSpPr>
          <p:cNvPr id="281" name="Google Shape;281;p30"/>
          <p:cNvSpPr txBox="1">
            <a:spLocks noGrp="1"/>
          </p:cNvSpPr>
          <p:nvPr>
            <p:ph type="title"/>
          </p:nvPr>
        </p:nvSpPr>
        <p:spPr>
          <a:xfrm>
            <a:off x="2849949" y="609600"/>
            <a:ext cx="8394000" cy="2895600"/>
          </a:xfrm>
          <a:prstGeom prst="rect">
            <a:avLst/>
          </a:prstGeom>
          <a:noFill/>
          <a:ln>
            <a:noFill/>
          </a:ln>
        </p:spPr>
        <p:txBody>
          <a:bodyPr spcFirstLastPara="1" wrap="square" lIns="91425" tIns="45700" rIns="91425" bIns="45700" anchor="ctr" anchorCtr="0">
            <a:normAutofit/>
          </a:bodyPr>
          <a:lstStyle>
            <a:lvl1pPr lvl="0" algn="l">
              <a:spcBef>
                <a:spcPts val="0"/>
              </a:spcBef>
              <a:spcAft>
                <a:spcPts val="0"/>
              </a:spcAft>
              <a:buClr>
                <a:srgbClr val="168DBA"/>
              </a:buClr>
              <a:buSzPts val="4800"/>
              <a:buFont typeface="Century Gothic"/>
              <a:buNone/>
              <a:defRPr sz="4800" b="0" cap="none"/>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82" name="Google Shape;282;p30"/>
          <p:cNvSpPr txBox="1">
            <a:spLocks noGrp="1"/>
          </p:cNvSpPr>
          <p:nvPr>
            <p:ph type="body" idx="1"/>
          </p:nvPr>
        </p:nvSpPr>
        <p:spPr>
          <a:xfrm>
            <a:off x="2589212" y="4343400"/>
            <a:ext cx="8915400" cy="838200"/>
          </a:xfrm>
          <a:prstGeom prst="rect">
            <a:avLst/>
          </a:prstGeom>
          <a:noFill/>
          <a:ln>
            <a:noFill/>
          </a:ln>
        </p:spPr>
        <p:txBody>
          <a:bodyPr spcFirstLastPara="1" wrap="square" lIns="91425" tIns="45700" rIns="91425" bIns="45700" anchor="b" anchorCtr="0">
            <a:noAutofit/>
          </a:bodyPr>
          <a:lstStyle>
            <a:lvl1pPr marL="457200" lvl="0" indent="-228600" algn="l">
              <a:spcBef>
                <a:spcPts val="1000"/>
              </a:spcBef>
              <a:spcAft>
                <a:spcPts val="0"/>
              </a:spcAft>
              <a:buSzPts val="2400"/>
              <a:buFont typeface="Century Gothic"/>
              <a:buNone/>
              <a:defRPr sz="2400">
                <a:solidFill>
                  <a:schemeClr val="accent1"/>
                </a:solidFill>
              </a:defRPr>
            </a:lvl1pPr>
            <a:lvl2pPr marL="914400" lvl="1" indent="-228600" algn="l">
              <a:spcBef>
                <a:spcPts val="1000"/>
              </a:spcBef>
              <a:spcAft>
                <a:spcPts val="0"/>
              </a:spcAft>
              <a:buSzPts val="1600"/>
              <a:buFont typeface="Century Gothic"/>
              <a:buNone/>
              <a:defRPr/>
            </a:lvl2pPr>
            <a:lvl3pPr marL="1371600" lvl="2" indent="-228600" algn="l">
              <a:spcBef>
                <a:spcPts val="1000"/>
              </a:spcBef>
              <a:spcAft>
                <a:spcPts val="0"/>
              </a:spcAft>
              <a:buSzPts val="1400"/>
              <a:buFont typeface="Century Gothic"/>
              <a:buNone/>
              <a:defRPr/>
            </a:lvl3pPr>
            <a:lvl4pPr marL="1828800" lvl="3" indent="-228600" algn="l">
              <a:spcBef>
                <a:spcPts val="1000"/>
              </a:spcBef>
              <a:spcAft>
                <a:spcPts val="0"/>
              </a:spcAft>
              <a:buSzPts val="1200"/>
              <a:buFont typeface="Century Gothic"/>
              <a:buNone/>
              <a:defRPr/>
            </a:lvl4pPr>
            <a:lvl5pPr marL="2286000" lvl="4" indent="-228600" algn="l">
              <a:spcBef>
                <a:spcPts val="1000"/>
              </a:spcBef>
              <a:spcAft>
                <a:spcPts val="0"/>
              </a:spcAft>
              <a:buSzPts val="1200"/>
              <a:buFont typeface="Century Gothic"/>
              <a:buNone/>
              <a:defRPr/>
            </a:lvl5pPr>
            <a:lvl6pPr marL="2743200" lvl="5" indent="-342900" algn="l">
              <a:spcBef>
                <a:spcPts val="1000"/>
              </a:spcBef>
              <a:spcAft>
                <a:spcPts val="0"/>
              </a:spcAft>
              <a:buSzPts val="1800"/>
              <a:buChar char="🠶"/>
              <a:defRPr/>
            </a:lvl6pPr>
            <a:lvl7pPr marL="3200400" lvl="6" indent="-342900" algn="l">
              <a:spcBef>
                <a:spcPts val="1000"/>
              </a:spcBef>
              <a:spcAft>
                <a:spcPts val="0"/>
              </a:spcAft>
              <a:buSzPts val="1800"/>
              <a:buChar char="🠶"/>
              <a:defRPr/>
            </a:lvl7pPr>
            <a:lvl8pPr marL="3657600" lvl="7" indent="-342900" algn="l">
              <a:spcBef>
                <a:spcPts val="1000"/>
              </a:spcBef>
              <a:spcAft>
                <a:spcPts val="0"/>
              </a:spcAft>
              <a:buSzPts val="1800"/>
              <a:buChar char="🠶"/>
              <a:defRPr/>
            </a:lvl8pPr>
            <a:lvl9pPr marL="4114800" lvl="8" indent="-342900" algn="l">
              <a:spcBef>
                <a:spcPts val="1000"/>
              </a:spcBef>
              <a:spcAft>
                <a:spcPts val="0"/>
              </a:spcAft>
              <a:buSzPts val="1800"/>
              <a:buChar char="🠶"/>
              <a:defRPr/>
            </a:lvl9pPr>
          </a:lstStyle>
          <a:p>
            <a:endParaRPr/>
          </a:p>
        </p:txBody>
      </p:sp>
      <p:sp>
        <p:nvSpPr>
          <p:cNvPr id="283" name="Google Shape;283;p30"/>
          <p:cNvSpPr txBox="1">
            <a:spLocks noGrp="1"/>
          </p:cNvSpPr>
          <p:nvPr>
            <p:ph type="body" idx="2"/>
          </p:nvPr>
        </p:nvSpPr>
        <p:spPr>
          <a:xfrm>
            <a:off x="2589213" y="5181600"/>
            <a:ext cx="8915400" cy="729600"/>
          </a:xfrm>
          <a:prstGeom prst="rect">
            <a:avLst/>
          </a:prstGeom>
          <a:noFill/>
          <a:ln>
            <a:noFill/>
          </a:ln>
        </p:spPr>
        <p:txBody>
          <a:bodyPr spcFirstLastPara="1" wrap="square" lIns="91425" tIns="45700" rIns="91425" bIns="45700" anchor="t" anchorCtr="0">
            <a:normAutofit/>
          </a:bodyPr>
          <a:lstStyle>
            <a:lvl1pPr marL="457200" lvl="0" indent="-228600" algn="l">
              <a:spcBef>
                <a:spcPts val="1000"/>
              </a:spcBef>
              <a:spcAft>
                <a:spcPts val="0"/>
              </a:spcAft>
              <a:buSzPts val="1800"/>
              <a:buNone/>
              <a:defRPr>
                <a:solidFill>
                  <a:srgbClr val="595959"/>
                </a:solidFill>
              </a:defRPr>
            </a:lvl1pPr>
            <a:lvl2pPr marL="914400" lvl="1" indent="-342900" algn="l">
              <a:spcBef>
                <a:spcPts val="1000"/>
              </a:spcBef>
              <a:spcAft>
                <a:spcPts val="0"/>
              </a:spcAft>
              <a:buSzPts val="1800"/>
              <a:buChar char="🠶"/>
              <a:defRPr/>
            </a:lvl2pPr>
            <a:lvl3pPr marL="1371600" lvl="2" indent="-342900" algn="l">
              <a:spcBef>
                <a:spcPts val="1000"/>
              </a:spcBef>
              <a:spcAft>
                <a:spcPts val="0"/>
              </a:spcAft>
              <a:buSzPts val="1800"/>
              <a:buChar char="🠶"/>
              <a:defRPr/>
            </a:lvl3pPr>
            <a:lvl4pPr marL="1828800" lvl="3" indent="-342900" algn="l">
              <a:spcBef>
                <a:spcPts val="1000"/>
              </a:spcBef>
              <a:spcAft>
                <a:spcPts val="0"/>
              </a:spcAft>
              <a:buSzPts val="1800"/>
              <a:buChar char="🠶"/>
              <a:defRPr/>
            </a:lvl4pPr>
            <a:lvl5pPr marL="2286000" lvl="4" indent="-342900" algn="l">
              <a:spcBef>
                <a:spcPts val="1000"/>
              </a:spcBef>
              <a:spcAft>
                <a:spcPts val="0"/>
              </a:spcAft>
              <a:buSzPts val="1800"/>
              <a:buChar char="🠶"/>
              <a:defRPr/>
            </a:lvl5pPr>
            <a:lvl6pPr marL="2743200" lvl="5" indent="-342900" algn="l">
              <a:spcBef>
                <a:spcPts val="1000"/>
              </a:spcBef>
              <a:spcAft>
                <a:spcPts val="0"/>
              </a:spcAft>
              <a:buSzPts val="1800"/>
              <a:buChar char="🠶"/>
              <a:defRPr/>
            </a:lvl6pPr>
            <a:lvl7pPr marL="3200400" lvl="6" indent="-342900" algn="l">
              <a:spcBef>
                <a:spcPts val="1000"/>
              </a:spcBef>
              <a:spcAft>
                <a:spcPts val="0"/>
              </a:spcAft>
              <a:buSzPts val="1800"/>
              <a:buChar char="🠶"/>
              <a:defRPr/>
            </a:lvl7pPr>
            <a:lvl8pPr marL="3657600" lvl="7" indent="-342900" algn="l">
              <a:spcBef>
                <a:spcPts val="1000"/>
              </a:spcBef>
              <a:spcAft>
                <a:spcPts val="0"/>
              </a:spcAft>
              <a:buSzPts val="1800"/>
              <a:buChar char="🠶"/>
              <a:defRPr/>
            </a:lvl8pPr>
            <a:lvl9pPr marL="4114800" lvl="8" indent="-342900" algn="l">
              <a:spcBef>
                <a:spcPts val="1000"/>
              </a:spcBef>
              <a:spcAft>
                <a:spcPts val="0"/>
              </a:spcAft>
              <a:buSzPts val="1800"/>
              <a:buChar char="🠶"/>
              <a:defRPr/>
            </a:lvl9pPr>
          </a:lstStyle>
          <a:p>
            <a:endParaRPr/>
          </a:p>
        </p:txBody>
      </p:sp>
      <p:sp>
        <p:nvSpPr>
          <p:cNvPr id="284" name="Google Shape;284;p30"/>
          <p:cNvSpPr txBox="1">
            <a:spLocks noGrp="1"/>
          </p:cNvSpPr>
          <p:nvPr>
            <p:ph type="dt" idx="10"/>
          </p:nvPr>
        </p:nvSpPr>
        <p:spPr>
          <a:xfrm>
            <a:off x="10361612" y="6130437"/>
            <a:ext cx="1146300" cy="370500"/>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85" name="Google Shape;285;p30"/>
          <p:cNvSpPr txBox="1">
            <a:spLocks noGrp="1"/>
          </p:cNvSpPr>
          <p:nvPr>
            <p:ph type="ftr" idx="11"/>
          </p:nvPr>
        </p:nvSpPr>
        <p:spPr>
          <a:xfrm>
            <a:off x="2589212" y="6135808"/>
            <a:ext cx="7620000" cy="365100"/>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86" name="Google Shape;286;p30"/>
          <p:cNvSpPr/>
          <p:nvPr/>
        </p:nvSpPr>
        <p:spPr>
          <a:xfrm rot="10800000" flipH="1">
            <a:off x="-4189" y="4911722"/>
            <a:ext cx="1588529" cy="507300"/>
          </a:xfrm>
          <a:custGeom>
            <a:avLst/>
            <a:gdLst/>
            <a:ahLst/>
            <a:cxnLst/>
            <a:rect l="l" t="t" r="r" b="b"/>
            <a:pathLst>
              <a:path w="9248" h="10000" extrusionOk="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7" name="Google Shape;287;p30"/>
          <p:cNvSpPr txBox="1">
            <a:spLocks noGrp="1"/>
          </p:cNvSpPr>
          <p:nvPr>
            <p:ph type="sldNum" idx="12"/>
          </p:nvPr>
        </p:nvSpPr>
        <p:spPr>
          <a:xfrm>
            <a:off x="531812" y="4983087"/>
            <a:ext cx="779700" cy="365100"/>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
        <p:nvSpPr>
          <p:cNvPr id="288" name="Google Shape;288;p30"/>
          <p:cNvSpPr txBox="1"/>
          <p:nvPr/>
        </p:nvSpPr>
        <p:spPr>
          <a:xfrm>
            <a:off x="2467652" y="648005"/>
            <a:ext cx="609600" cy="58470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None/>
            </a:pPr>
            <a:r>
              <a:rPr lang="en-US" sz="8000">
                <a:solidFill>
                  <a:schemeClr val="accent1"/>
                </a:solidFill>
                <a:latin typeface="Arial"/>
                <a:ea typeface="Arial"/>
                <a:cs typeface="Arial"/>
                <a:sym typeface="Arial"/>
              </a:rPr>
              <a:t>“</a:t>
            </a:r>
            <a:endParaRPr/>
          </a:p>
        </p:txBody>
      </p:sp>
      <p:sp>
        <p:nvSpPr>
          <p:cNvPr id="289" name="Google Shape;289;p30"/>
          <p:cNvSpPr txBox="1"/>
          <p:nvPr/>
        </p:nvSpPr>
        <p:spPr>
          <a:xfrm>
            <a:off x="11114852" y="2905306"/>
            <a:ext cx="609600" cy="58470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None/>
            </a:pPr>
            <a:r>
              <a:rPr lang="en-US" sz="8000">
                <a:solidFill>
                  <a:schemeClr val="accent1"/>
                </a:solidFill>
                <a:latin typeface="Arial"/>
                <a:ea typeface="Arial"/>
                <a:cs typeface="Arial"/>
                <a:sym typeface="Arial"/>
              </a:rPr>
              <a:t>”</a:t>
            </a:r>
            <a:endParaRPr/>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matchingName="True or False">
  <p:cSld name="True or False">
    <p:spTree>
      <p:nvGrpSpPr>
        <p:cNvPr id="1" name="Shape 290"/>
        <p:cNvGrpSpPr/>
        <p:nvPr/>
      </p:nvGrpSpPr>
      <p:grpSpPr>
        <a:xfrm>
          <a:off x="0" y="0"/>
          <a:ext cx="0" cy="0"/>
          <a:chOff x="0" y="0"/>
          <a:chExt cx="0" cy="0"/>
        </a:xfrm>
      </p:grpSpPr>
      <p:sp>
        <p:nvSpPr>
          <p:cNvPr id="291" name="Google Shape;291;p31"/>
          <p:cNvSpPr txBox="1">
            <a:spLocks noGrp="1"/>
          </p:cNvSpPr>
          <p:nvPr>
            <p:ph type="title"/>
          </p:nvPr>
        </p:nvSpPr>
        <p:spPr>
          <a:xfrm>
            <a:off x="2589212" y="627407"/>
            <a:ext cx="8915400" cy="2880000"/>
          </a:xfrm>
          <a:prstGeom prst="rect">
            <a:avLst/>
          </a:prstGeom>
          <a:noFill/>
          <a:ln>
            <a:noFill/>
          </a:ln>
        </p:spPr>
        <p:txBody>
          <a:bodyPr spcFirstLastPara="1" wrap="square" lIns="91425" tIns="45700" rIns="91425" bIns="45700" anchor="ctr" anchorCtr="0">
            <a:normAutofit/>
          </a:bodyPr>
          <a:lstStyle>
            <a:lvl1pPr lvl="0" algn="l">
              <a:spcBef>
                <a:spcPts val="0"/>
              </a:spcBef>
              <a:spcAft>
                <a:spcPts val="0"/>
              </a:spcAft>
              <a:buClr>
                <a:srgbClr val="168DBA"/>
              </a:buClr>
              <a:buSzPts val="4800"/>
              <a:buFont typeface="Century Gothic"/>
              <a:buNone/>
              <a:defRPr sz="4800" b="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92" name="Google Shape;292;p31"/>
          <p:cNvSpPr txBox="1">
            <a:spLocks noGrp="1"/>
          </p:cNvSpPr>
          <p:nvPr>
            <p:ph type="body" idx="1"/>
          </p:nvPr>
        </p:nvSpPr>
        <p:spPr>
          <a:xfrm>
            <a:off x="2589212" y="4343400"/>
            <a:ext cx="8915400" cy="838200"/>
          </a:xfrm>
          <a:prstGeom prst="rect">
            <a:avLst/>
          </a:prstGeom>
          <a:noFill/>
          <a:ln>
            <a:noFill/>
          </a:ln>
        </p:spPr>
        <p:txBody>
          <a:bodyPr spcFirstLastPara="1" wrap="square" lIns="91425" tIns="45700" rIns="91425" bIns="45700" anchor="b" anchorCtr="0">
            <a:noAutofit/>
          </a:bodyPr>
          <a:lstStyle>
            <a:lvl1pPr marL="457200" lvl="0" indent="-228600" algn="l">
              <a:spcBef>
                <a:spcPts val="1000"/>
              </a:spcBef>
              <a:spcAft>
                <a:spcPts val="0"/>
              </a:spcAft>
              <a:buSzPts val="2400"/>
              <a:buFont typeface="Century Gothic"/>
              <a:buNone/>
              <a:defRPr sz="2400">
                <a:solidFill>
                  <a:schemeClr val="accent1"/>
                </a:solidFill>
              </a:defRPr>
            </a:lvl1pPr>
            <a:lvl2pPr marL="914400" lvl="1" indent="-228600" algn="l">
              <a:spcBef>
                <a:spcPts val="1000"/>
              </a:spcBef>
              <a:spcAft>
                <a:spcPts val="0"/>
              </a:spcAft>
              <a:buSzPts val="1600"/>
              <a:buFont typeface="Century Gothic"/>
              <a:buNone/>
              <a:defRPr/>
            </a:lvl2pPr>
            <a:lvl3pPr marL="1371600" lvl="2" indent="-228600" algn="l">
              <a:spcBef>
                <a:spcPts val="1000"/>
              </a:spcBef>
              <a:spcAft>
                <a:spcPts val="0"/>
              </a:spcAft>
              <a:buSzPts val="1400"/>
              <a:buFont typeface="Century Gothic"/>
              <a:buNone/>
              <a:defRPr/>
            </a:lvl3pPr>
            <a:lvl4pPr marL="1828800" lvl="3" indent="-228600" algn="l">
              <a:spcBef>
                <a:spcPts val="1000"/>
              </a:spcBef>
              <a:spcAft>
                <a:spcPts val="0"/>
              </a:spcAft>
              <a:buSzPts val="1200"/>
              <a:buFont typeface="Century Gothic"/>
              <a:buNone/>
              <a:defRPr/>
            </a:lvl4pPr>
            <a:lvl5pPr marL="2286000" lvl="4" indent="-228600" algn="l">
              <a:spcBef>
                <a:spcPts val="1000"/>
              </a:spcBef>
              <a:spcAft>
                <a:spcPts val="0"/>
              </a:spcAft>
              <a:buSzPts val="1200"/>
              <a:buFont typeface="Century Gothic"/>
              <a:buNone/>
              <a:defRPr/>
            </a:lvl5pPr>
            <a:lvl6pPr marL="2743200" lvl="5" indent="-342900" algn="l">
              <a:spcBef>
                <a:spcPts val="1000"/>
              </a:spcBef>
              <a:spcAft>
                <a:spcPts val="0"/>
              </a:spcAft>
              <a:buSzPts val="1800"/>
              <a:buChar char="🠶"/>
              <a:defRPr/>
            </a:lvl6pPr>
            <a:lvl7pPr marL="3200400" lvl="6" indent="-342900" algn="l">
              <a:spcBef>
                <a:spcPts val="1000"/>
              </a:spcBef>
              <a:spcAft>
                <a:spcPts val="0"/>
              </a:spcAft>
              <a:buSzPts val="1800"/>
              <a:buChar char="🠶"/>
              <a:defRPr/>
            </a:lvl7pPr>
            <a:lvl8pPr marL="3657600" lvl="7" indent="-342900" algn="l">
              <a:spcBef>
                <a:spcPts val="1000"/>
              </a:spcBef>
              <a:spcAft>
                <a:spcPts val="0"/>
              </a:spcAft>
              <a:buSzPts val="1800"/>
              <a:buChar char="🠶"/>
              <a:defRPr/>
            </a:lvl8pPr>
            <a:lvl9pPr marL="4114800" lvl="8" indent="-342900" algn="l">
              <a:spcBef>
                <a:spcPts val="1000"/>
              </a:spcBef>
              <a:spcAft>
                <a:spcPts val="0"/>
              </a:spcAft>
              <a:buSzPts val="1800"/>
              <a:buChar char="🠶"/>
              <a:defRPr/>
            </a:lvl9pPr>
          </a:lstStyle>
          <a:p>
            <a:endParaRPr/>
          </a:p>
        </p:txBody>
      </p:sp>
      <p:sp>
        <p:nvSpPr>
          <p:cNvPr id="293" name="Google Shape;293;p31"/>
          <p:cNvSpPr txBox="1">
            <a:spLocks noGrp="1"/>
          </p:cNvSpPr>
          <p:nvPr>
            <p:ph type="body" idx="2"/>
          </p:nvPr>
        </p:nvSpPr>
        <p:spPr>
          <a:xfrm>
            <a:off x="2589213" y="5181600"/>
            <a:ext cx="8915400" cy="729600"/>
          </a:xfrm>
          <a:prstGeom prst="rect">
            <a:avLst/>
          </a:prstGeom>
          <a:noFill/>
          <a:ln>
            <a:noFill/>
          </a:ln>
        </p:spPr>
        <p:txBody>
          <a:bodyPr spcFirstLastPara="1" wrap="square" lIns="91425" tIns="45700" rIns="91425" bIns="45700" anchor="t" anchorCtr="0">
            <a:normAutofit/>
          </a:bodyPr>
          <a:lstStyle>
            <a:lvl1pPr marL="457200" lvl="0" indent="-228600" algn="l">
              <a:spcBef>
                <a:spcPts val="1000"/>
              </a:spcBef>
              <a:spcAft>
                <a:spcPts val="0"/>
              </a:spcAft>
              <a:buSzPts val="1800"/>
              <a:buNone/>
              <a:defRPr>
                <a:solidFill>
                  <a:srgbClr val="595959"/>
                </a:solidFill>
              </a:defRPr>
            </a:lvl1pPr>
            <a:lvl2pPr marL="914400" lvl="1" indent="-342900" algn="l">
              <a:spcBef>
                <a:spcPts val="1000"/>
              </a:spcBef>
              <a:spcAft>
                <a:spcPts val="0"/>
              </a:spcAft>
              <a:buSzPts val="1800"/>
              <a:buChar char="🠶"/>
              <a:defRPr/>
            </a:lvl2pPr>
            <a:lvl3pPr marL="1371600" lvl="2" indent="-342900" algn="l">
              <a:spcBef>
                <a:spcPts val="1000"/>
              </a:spcBef>
              <a:spcAft>
                <a:spcPts val="0"/>
              </a:spcAft>
              <a:buSzPts val="1800"/>
              <a:buChar char="🠶"/>
              <a:defRPr/>
            </a:lvl3pPr>
            <a:lvl4pPr marL="1828800" lvl="3" indent="-342900" algn="l">
              <a:spcBef>
                <a:spcPts val="1000"/>
              </a:spcBef>
              <a:spcAft>
                <a:spcPts val="0"/>
              </a:spcAft>
              <a:buSzPts val="1800"/>
              <a:buChar char="🠶"/>
              <a:defRPr/>
            </a:lvl4pPr>
            <a:lvl5pPr marL="2286000" lvl="4" indent="-342900" algn="l">
              <a:spcBef>
                <a:spcPts val="1000"/>
              </a:spcBef>
              <a:spcAft>
                <a:spcPts val="0"/>
              </a:spcAft>
              <a:buSzPts val="1800"/>
              <a:buChar char="🠶"/>
              <a:defRPr/>
            </a:lvl5pPr>
            <a:lvl6pPr marL="2743200" lvl="5" indent="-342900" algn="l">
              <a:spcBef>
                <a:spcPts val="1000"/>
              </a:spcBef>
              <a:spcAft>
                <a:spcPts val="0"/>
              </a:spcAft>
              <a:buSzPts val="1800"/>
              <a:buChar char="🠶"/>
              <a:defRPr/>
            </a:lvl6pPr>
            <a:lvl7pPr marL="3200400" lvl="6" indent="-342900" algn="l">
              <a:spcBef>
                <a:spcPts val="1000"/>
              </a:spcBef>
              <a:spcAft>
                <a:spcPts val="0"/>
              </a:spcAft>
              <a:buSzPts val="1800"/>
              <a:buChar char="🠶"/>
              <a:defRPr/>
            </a:lvl7pPr>
            <a:lvl8pPr marL="3657600" lvl="7" indent="-342900" algn="l">
              <a:spcBef>
                <a:spcPts val="1000"/>
              </a:spcBef>
              <a:spcAft>
                <a:spcPts val="0"/>
              </a:spcAft>
              <a:buSzPts val="1800"/>
              <a:buChar char="🠶"/>
              <a:defRPr/>
            </a:lvl8pPr>
            <a:lvl9pPr marL="4114800" lvl="8" indent="-342900" algn="l">
              <a:spcBef>
                <a:spcPts val="1000"/>
              </a:spcBef>
              <a:spcAft>
                <a:spcPts val="0"/>
              </a:spcAft>
              <a:buSzPts val="1800"/>
              <a:buChar char="🠶"/>
              <a:defRPr/>
            </a:lvl9pPr>
          </a:lstStyle>
          <a:p>
            <a:endParaRPr/>
          </a:p>
        </p:txBody>
      </p:sp>
      <p:sp>
        <p:nvSpPr>
          <p:cNvPr id="294" name="Google Shape;294;p31"/>
          <p:cNvSpPr txBox="1">
            <a:spLocks noGrp="1"/>
          </p:cNvSpPr>
          <p:nvPr>
            <p:ph type="dt" idx="10"/>
          </p:nvPr>
        </p:nvSpPr>
        <p:spPr>
          <a:xfrm>
            <a:off x="10361612" y="6130437"/>
            <a:ext cx="1146300" cy="370500"/>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95" name="Google Shape;295;p31"/>
          <p:cNvSpPr txBox="1">
            <a:spLocks noGrp="1"/>
          </p:cNvSpPr>
          <p:nvPr>
            <p:ph type="ftr" idx="11"/>
          </p:nvPr>
        </p:nvSpPr>
        <p:spPr>
          <a:xfrm>
            <a:off x="2589212" y="6135808"/>
            <a:ext cx="7620000" cy="365100"/>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96" name="Google Shape;296;p31"/>
          <p:cNvSpPr/>
          <p:nvPr/>
        </p:nvSpPr>
        <p:spPr>
          <a:xfrm rot="10800000" flipH="1">
            <a:off x="-4189" y="4911722"/>
            <a:ext cx="1588529" cy="507300"/>
          </a:xfrm>
          <a:custGeom>
            <a:avLst/>
            <a:gdLst/>
            <a:ahLst/>
            <a:cxnLst/>
            <a:rect l="l" t="t" r="r" b="b"/>
            <a:pathLst>
              <a:path w="9248" h="10000" extrusionOk="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7" name="Google Shape;297;p31"/>
          <p:cNvSpPr txBox="1">
            <a:spLocks noGrp="1"/>
          </p:cNvSpPr>
          <p:nvPr>
            <p:ph type="sldNum" idx="12"/>
          </p:nvPr>
        </p:nvSpPr>
        <p:spPr>
          <a:xfrm>
            <a:off x="531812" y="4983087"/>
            <a:ext cx="779700" cy="365100"/>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298"/>
        <p:cNvGrpSpPr/>
        <p:nvPr/>
      </p:nvGrpSpPr>
      <p:grpSpPr>
        <a:xfrm>
          <a:off x="0" y="0"/>
          <a:ext cx="0" cy="0"/>
          <a:chOff x="0" y="0"/>
          <a:chExt cx="0" cy="0"/>
        </a:xfrm>
      </p:grpSpPr>
      <p:sp>
        <p:nvSpPr>
          <p:cNvPr id="299" name="Google Shape;299;p32"/>
          <p:cNvSpPr txBox="1">
            <a:spLocks noGrp="1"/>
          </p:cNvSpPr>
          <p:nvPr>
            <p:ph type="title"/>
          </p:nvPr>
        </p:nvSpPr>
        <p:spPr>
          <a:xfrm>
            <a:off x="2592924" y="624110"/>
            <a:ext cx="8911800" cy="1281000"/>
          </a:xfrm>
          <a:prstGeom prst="rect">
            <a:avLst/>
          </a:prstGeom>
          <a:noFill/>
          <a:ln>
            <a:noFill/>
          </a:ln>
        </p:spPr>
        <p:txBody>
          <a:bodyPr spcFirstLastPara="1" wrap="square" lIns="91425" tIns="45700" rIns="91425" bIns="45700" anchor="t" anchorCtr="0">
            <a:normAutofit/>
          </a:bodyPr>
          <a:lstStyle>
            <a:lvl1pPr lvl="0" algn="l">
              <a:spcBef>
                <a:spcPts val="0"/>
              </a:spcBef>
              <a:spcAft>
                <a:spcPts val="0"/>
              </a:spcAft>
              <a:buClr>
                <a:srgbClr val="168DBA"/>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00" name="Google Shape;300;p32"/>
          <p:cNvSpPr txBox="1">
            <a:spLocks noGrp="1"/>
          </p:cNvSpPr>
          <p:nvPr>
            <p:ph type="body" idx="1"/>
          </p:nvPr>
        </p:nvSpPr>
        <p:spPr>
          <a:xfrm rot="5400000">
            <a:off x="5103812" y="-381000"/>
            <a:ext cx="3886200" cy="8915400"/>
          </a:xfrm>
          <a:prstGeom prst="rect">
            <a:avLst/>
          </a:prstGeom>
          <a:noFill/>
          <a:ln>
            <a:noFill/>
          </a:ln>
        </p:spPr>
        <p:txBody>
          <a:bodyPr spcFirstLastPara="1" wrap="square" lIns="91425" tIns="45700" rIns="91425" bIns="45700" anchor="t" anchorCtr="0">
            <a:normAutofit/>
          </a:bodyPr>
          <a:lstStyle>
            <a:lvl1pPr marL="457200" lvl="0" indent="-342900" algn="l">
              <a:spcBef>
                <a:spcPts val="1000"/>
              </a:spcBef>
              <a:spcAft>
                <a:spcPts val="0"/>
              </a:spcAft>
              <a:buSzPts val="1800"/>
              <a:buChar char="🠶"/>
              <a:defRPr/>
            </a:lvl1pPr>
            <a:lvl2pPr marL="914400" lvl="1" indent="-342900" algn="l">
              <a:spcBef>
                <a:spcPts val="1000"/>
              </a:spcBef>
              <a:spcAft>
                <a:spcPts val="0"/>
              </a:spcAft>
              <a:buSzPts val="1800"/>
              <a:buChar char="🠶"/>
              <a:defRPr/>
            </a:lvl2pPr>
            <a:lvl3pPr marL="1371600" lvl="2" indent="-342900" algn="l">
              <a:spcBef>
                <a:spcPts val="1000"/>
              </a:spcBef>
              <a:spcAft>
                <a:spcPts val="0"/>
              </a:spcAft>
              <a:buSzPts val="1800"/>
              <a:buChar char="🠶"/>
              <a:defRPr/>
            </a:lvl3pPr>
            <a:lvl4pPr marL="1828800" lvl="3" indent="-342900" algn="l">
              <a:spcBef>
                <a:spcPts val="1000"/>
              </a:spcBef>
              <a:spcAft>
                <a:spcPts val="0"/>
              </a:spcAft>
              <a:buSzPts val="1800"/>
              <a:buChar char="🠶"/>
              <a:defRPr/>
            </a:lvl4pPr>
            <a:lvl5pPr marL="2286000" lvl="4" indent="-342900" algn="l">
              <a:spcBef>
                <a:spcPts val="1000"/>
              </a:spcBef>
              <a:spcAft>
                <a:spcPts val="0"/>
              </a:spcAft>
              <a:buSzPts val="1800"/>
              <a:buChar char="🠶"/>
              <a:defRPr/>
            </a:lvl5pPr>
            <a:lvl6pPr marL="2743200" lvl="5" indent="-342900" algn="l">
              <a:spcBef>
                <a:spcPts val="1000"/>
              </a:spcBef>
              <a:spcAft>
                <a:spcPts val="0"/>
              </a:spcAft>
              <a:buSzPts val="1800"/>
              <a:buChar char="🠶"/>
              <a:defRPr/>
            </a:lvl6pPr>
            <a:lvl7pPr marL="3200400" lvl="6" indent="-342900" algn="l">
              <a:spcBef>
                <a:spcPts val="1000"/>
              </a:spcBef>
              <a:spcAft>
                <a:spcPts val="0"/>
              </a:spcAft>
              <a:buSzPts val="1800"/>
              <a:buChar char="🠶"/>
              <a:defRPr/>
            </a:lvl7pPr>
            <a:lvl8pPr marL="3657600" lvl="7" indent="-342900" algn="l">
              <a:spcBef>
                <a:spcPts val="1000"/>
              </a:spcBef>
              <a:spcAft>
                <a:spcPts val="0"/>
              </a:spcAft>
              <a:buSzPts val="1800"/>
              <a:buChar char="🠶"/>
              <a:defRPr/>
            </a:lvl8pPr>
            <a:lvl9pPr marL="4114800" lvl="8" indent="-342900" algn="l">
              <a:spcBef>
                <a:spcPts val="1000"/>
              </a:spcBef>
              <a:spcAft>
                <a:spcPts val="0"/>
              </a:spcAft>
              <a:buSzPts val="1800"/>
              <a:buChar char="🠶"/>
              <a:defRPr/>
            </a:lvl9pPr>
          </a:lstStyle>
          <a:p>
            <a:endParaRPr/>
          </a:p>
        </p:txBody>
      </p:sp>
      <p:sp>
        <p:nvSpPr>
          <p:cNvPr id="301" name="Google Shape;301;p32"/>
          <p:cNvSpPr txBox="1">
            <a:spLocks noGrp="1"/>
          </p:cNvSpPr>
          <p:nvPr>
            <p:ph type="dt" idx="10"/>
          </p:nvPr>
        </p:nvSpPr>
        <p:spPr>
          <a:xfrm>
            <a:off x="10361612" y="6130437"/>
            <a:ext cx="1146300" cy="370500"/>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02" name="Google Shape;302;p32"/>
          <p:cNvSpPr txBox="1">
            <a:spLocks noGrp="1"/>
          </p:cNvSpPr>
          <p:nvPr>
            <p:ph type="ftr" idx="11"/>
          </p:nvPr>
        </p:nvSpPr>
        <p:spPr>
          <a:xfrm>
            <a:off x="2589212" y="6135808"/>
            <a:ext cx="7620000" cy="365100"/>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03" name="Google Shape;303;p32"/>
          <p:cNvSpPr/>
          <p:nvPr/>
        </p:nvSpPr>
        <p:spPr>
          <a:xfrm rot="10800000" flipH="1">
            <a:off x="-4189" y="714372"/>
            <a:ext cx="1588529" cy="507300"/>
          </a:xfrm>
          <a:custGeom>
            <a:avLst/>
            <a:gdLst/>
            <a:ahLst/>
            <a:cxnLst/>
            <a:rect l="l" t="t" r="r" b="b"/>
            <a:pathLst>
              <a:path w="9248" h="10000" extrusionOk="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4" name="Google Shape;304;p32"/>
          <p:cNvSpPr txBox="1">
            <a:spLocks noGrp="1"/>
          </p:cNvSpPr>
          <p:nvPr>
            <p:ph type="sldNum" idx="12"/>
          </p:nvPr>
        </p:nvSpPr>
        <p:spPr>
          <a:xfrm>
            <a:off x="531812" y="787782"/>
            <a:ext cx="779700" cy="365100"/>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305"/>
        <p:cNvGrpSpPr/>
        <p:nvPr/>
      </p:nvGrpSpPr>
      <p:grpSpPr>
        <a:xfrm>
          <a:off x="0" y="0"/>
          <a:ext cx="0" cy="0"/>
          <a:chOff x="0" y="0"/>
          <a:chExt cx="0" cy="0"/>
        </a:xfrm>
      </p:grpSpPr>
      <p:sp>
        <p:nvSpPr>
          <p:cNvPr id="306" name="Google Shape;306;p33"/>
          <p:cNvSpPr txBox="1">
            <a:spLocks noGrp="1"/>
          </p:cNvSpPr>
          <p:nvPr>
            <p:ph type="title"/>
          </p:nvPr>
        </p:nvSpPr>
        <p:spPr>
          <a:xfrm rot="5400000">
            <a:off x="7756613" y="2165505"/>
            <a:ext cx="5283900" cy="2207700"/>
          </a:xfrm>
          <a:prstGeom prst="rect">
            <a:avLst/>
          </a:prstGeom>
          <a:noFill/>
          <a:ln>
            <a:noFill/>
          </a:ln>
        </p:spPr>
        <p:txBody>
          <a:bodyPr spcFirstLastPara="1" wrap="square" lIns="91425" tIns="45700" rIns="91425" bIns="45700" anchor="ctr" anchorCtr="0">
            <a:normAutofit/>
          </a:bodyPr>
          <a:lstStyle>
            <a:lvl1pPr lvl="0" algn="l">
              <a:spcBef>
                <a:spcPts val="0"/>
              </a:spcBef>
              <a:spcAft>
                <a:spcPts val="0"/>
              </a:spcAft>
              <a:buClr>
                <a:srgbClr val="168DBA"/>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07" name="Google Shape;307;p33"/>
          <p:cNvSpPr txBox="1">
            <a:spLocks noGrp="1"/>
          </p:cNvSpPr>
          <p:nvPr>
            <p:ph type="body" idx="1"/>
          </p:nvPr>
        </p:nvSpPr>
        <p:spPr>
          <a:xfrm rot="5400000">
            <a:off x="3185762" y="30855"/>
            <a:ext cx="5283900" cy="6477000"/>
          </a:xfrm>
          <a:prstGeom prst="rect">
            <a:avLst/>
          </a:prstGeom>
          <a:noFill/>
          <a:ln>
            <a:noFill/>
          </a:ln>
        </p:spPr>
        <p:txBody>
          <a:bodyPr spcFirstLastPara="1" wrap="square" lIns="91425" tIns="45700" rIns="91425" bIns="45700" anchor="t" anchorCtr="0">
            <a:normAutofit/>
          </a:bodyPr>
          <a:lstStyle>
            <a:lvl1pPr marL="457200" lvl="0" indent="-342900" algn="l">
              <a:spcBef>
                <a:spcPts val="1000"/>
              </a:spcBef>
              <a:spcAft>
                <a:spcPts val="0"/>
              </a:spcAft>
              <a:buSzPts val="1800"/>
              <a:buChar char="🠶"/>
              <a:defRPr/>
            </a:lvl1pPr>
            <a:lvl2pPr marL="914400" lvl="1" indent="-342900" algn="l">
              <a:spcBef>
                <a:spcPts val="1000"/>
              </a:spcBef>
              <a:spcAft>
                <a:spcPts val="0"/>
              </a:spcAft>
              <a:buSzPts val="1800"/>
              <a:buChar char="🠶"/>
              <a:defRPr/>
            </a:lvl2pPr>
            <a:lvl3pPr marL="1371600" lvl="2" indent="-342900" algn="l">
              <a:spcBef>
                <a:spcPts val="1000"/>
              </a:spcBef>
              <a:spcAft>
                <a:spcPts val="0"/>
              </a:spcAft>
              <a:buSzPts val="1800"/>
              <a:buChar char="🠶"/>
              <a:defRPr/>
            </a:lvl3pPr>
            <a:lvl4pPr marL="1828800" lvl="3" indent="-342900" algn="l">
              <a:spcBef>
                <a:spcPts val="1000"/>
              </a:spcBef>
              <a:spcAft>
                <a:spcPts val="0"/>
              </a:spcAft>
              <a:buSzPts val="1800"/>
              <a:buChar char="🠶"/>
              <a:defRPr/>
            </a:lvl4pPr>
            <a:lvl5pPr marL="2286000" lvl="4" indent="-342900" algn="l">
              <a:spcBef>
                <a:spcPts val="1000"/>
              </a:spcBef>
              <a:spcAft>
                <a:spcPts val="0"/>
              </a:spcAft>
              <a:buSzPts val="1800"/>
              <a:buChar char="🠶"/>
              <a:defRPr/>
            </a:lvl5pPr>
            <a:lvl6pPr marL="2743200" lvl="5" indent="-342900" algn="l">
              <a:spcBef>
                <a:spcPts val="1000"/>
              </a:spcBef>
              <a:spcAft>
                <a:spcPts val="0"/>
              </a:spcAft>
              <a:buSzPts val="1800"/>
              <a:buChar char="🠶"/>
              <a:defRPr/>
            </a:lvl6pPr>
            <a:lvl7pPr marL="3200400" lvl="6" indent="-342900" algn="l">
              <a:spcBef>
                <a:spcPts val="1000"/>
              </a:spcBef>
              <a:spcAft>
                <a:spcPts val="0"/>
              </a:spcAft>
              <a:buSzPts val="1800"/>
              <a:buChar char="🠶"/>
              <a:defRPr/>
            </a:lvl7pPr>
            <a:lvl8pPr marL="3657600" lvl="7" indent="-342900" algn="l">
              <a:spcBef>
                <a:spcPts val="1000"/>
              </a:spcBef>
              <a:spcAft>
                <a:spcPts val="0"/>
              </a:spcAft>
              <a:buSzPts val="1800"/>
              <a:buChar char="🠶"/>
              <a:defRPr/>
            </a:lvl8pPr>
            <a:lvl9pPr marL="4114800" lvl="8" indent="-342900" algn="l">
              <a:spcBef>
                <a:spcPts val="1000"/>
              </a:spcBef>
              <a:spcAft>
                <a:spcPts val="0"/>
              </a:spcAft>
              <a:buSzPts val="1800"/>
              <a:buChar char="🠶"/>
              <a:defRPr/>
            </a:lvl9pPr>
          </a:lstStyle>
          <a:p>
            <a:endParaRPr/>
          </a:p>
        </p:txBody>
      </p:sp>
      <p:sp>
        <p:nvSpPr>
          <p:cNvPr id="308" name="Google Shape;308;p33"/>
          <p:cNvSpPr txBox="1">
            <a:spLocks noGrp="1"/>
          </p:cNvSpPr>
          <p:nvPr>
            <p:ph type="dt" idx="10"/>
          </p:nvPr>
        </p:nvSpPr>
        <p:spPr>
          <a:xfrm>
            <a:off x="10361612" y="6130437"/>
            <a:ext cx="1146300" cy="370500"/>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09" name="Google Shape;309;p33"/>
          <p:cNvSpPr txBox="1">
            <a:spLocks noGrp="1"/>
          </p:cNvSpPr>
          <p:nvPr>
            <p:ph type="ftr" idx="11"/>
          </p:nvPr>
        </p:nvSpPr>
        <p:spPr>
          <a:xfrm>
            <a:off x="2589212" y="6135808"/>
            <a:ext cx="7620000" cy="365100"/>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10" name="Google Shape;310;p33"/>
          <p:cNvSpPr/>
          <p:nvPr/>
        </p:nvSpPr>
        <p:spPr>
          <a:xfrm rot="10800000" flipH="1">
            <a:off x="-4189" y="714372"/>
            <a:ext cx="1588529" cy="507300"/>
          </a:xfrm>
          <a:custGeom>
            <a:avLst/>
            <a:gdLst/>
            <a:ahLst/>
            <a:cxnLst/>
            <a:rect l="l" t="t" r="r" b="b"/>
            <a:pathLst>
              <a:path w="9248" h="10000" extrusionOk="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1" name="Google Shape;311;p33"/>
          <p:cNvSpPr txBox="1">
            <a:spLocks noGrp="1"/>
          </p:cNvSpPr>
          <p:nvPr>
            <p:ph type="sldNum" idx="12"/>
          </p:nvPr>
        </p:nvSpPr>
        <p:spPr>
          <a:xfrm>
            <a:off x="531812" y="787782"/>
            <a:ext cx="779700" cy="365100"/>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3.xml"/><Relationship Id="rId13" Type="http://schemas.openxmlformats.org/officeDocument/2006/relationships/slideLayout" Target="../slideLayouts/slideLayout28.xml"/><Relationship Id="rId3" Type="http://schemas.openxmlformats.org/officeDocument/2006/relationships/slideLayout" Target="../slideLayouts/slideLayout18.xml"/><Relationship Id="rId7" Type="http://schemas.openxmlformats.org/officeDocument/2006/relationships/slideLayout" Target="../slideLayouts/slideLayout22.xml"/><Relationship Id="rId12" Type="http://schemas.openxmlformats.org/officeDocument/2006/relationships/slideLayout" Target="../slideLayouts/slideLayout27.xml"/><Relationship Id="rId17" Type="http://schemas.openxmlformats.org/officeDocument/2006/relationships/theme" Target="../theme/theme2.xml"/><Relationship Id="rId2" Type="http://schemas.openxmlformats.org/officeDocument/2006/relationships/slideLayout" Target="../slideLayouts/slideLayout17.xml"/><Relationship Id="rId16" Type="http://schemas.openxmlformats.org/officeDocument/2006/relationships/slideLayout" Target="../slideLayouts/slideLayout31.xml"/><Relationship Id="rId1" Type="http://schemas.openxmlformats.org/officeDocument/2006/relationships/slideLayout" Target="../slideLayouts/slideLayout16.xml"/><Relationship Id="rId6" Type="http://schemas.openxmlformats.org/officeDocument/2006/relationships/slideLayout" Target="../slideLayouts/slideLayout21.xml"/><Relationship Id="rId11" Type="http://schemas.openxmlformats.org/officeDocument/2006/relationships/slideLayout" Target="../slideLayouts/slideLayout26.xml"/><Relationship Id="rId5" Type="http://schemas.openxmlformats.org/officeDocument/2006/relationships/slideLayout" Target="../slideLayouts/slideLayout20.xml"/><Relationship Id="rId15" Type="http://schemas.openxmlformats.org/officeDocument/2006/relationships/slideLayout" Target="../slideLayouts/slideLayout30.xml"/><Relationship Id="rId10" Type="http://schemas.openxmlformats.org/officeDocument/2006/relationships/slideLayout" Target="../slideLayouts/slideLayout25.xml"/><Relationship Id="rId4" Type="http://schemas.openxmlformats.org/officeDocument/2006/relationships/slideLayout" Target="../slideLayouts/slideLayout19.xml"/><Relationship Id="rId9" Type="http://schemas.openxmlformats.org/officeDocument/2006/relationships/slideLayout" Target="../slideLayouts/slideLayout24.xml"/><Relationship Id="rId14" Type="http://schemas.openxmlformats.org/officeDocument/2006/relationships/slideLayout" Target="../slideLayouts/slideLayout2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gradFill>
          <a:gsLst>
            <a:gs pos="0">
              <a:srgbClr val="FFFFFF"/>
            </a:gs>
            <a:gs pos="100000">
              <a:srgbClr val="C4DCE3"/>
            </a:gs>
          </a:gsLst>
          <a:lin ang="5400000" scaled="0"/>
        </a:gradFill>
        <a:effectLst/>
      </p:bgPr>
    </p:bg>
    <p:spTree>
      <p:nvGrpSpPr>
        <p:cNvPr id="1" name="Shape 9"/>
        <p:cNvGrpSpPr/>
        <p:nvPr/>
      </p:nvGrpSpPr>
      <p:grpSpPr>
        <a:xfrm>
          <a:off x="0" y="0"/>
          <a:ext cx="0" cy="0"/>
          <a:chOff x="0" y="0"/>
          <a:chExt cx="0" cy="0"/>
        </a:xfrm>
      </p:grpSpPr>
      <p:grpSp>
        <p:nvGrpSpPr>
          <p:cNvPr id="10" name="Google Shape;10;p1"/>
          <p:cNvGrpSpPr/>
          <p:nvPr/>
        </p:nvGrpSpPr>
        <p:grpSpPr>
          <a:xfrm>
            <a:off x="1" y="228600"/>
            <a:ext cx="2851516" cy="6638628"/>
            <a:chOff x="2487613" y="285750"/>
            <a:chExt cx="2428875" cy="5654676"/>
          </a:xfrm>
        </p:grpSpPr>
        <p:sp>
          <p:nvSpPr>
            <p:cNvPr id="11" name="Google Shape;11;p1"/>
            <p:cNvSpPr/>
            <p:nvPr/>
          </p:nvSpPr>
          <p:spPr>
            <a:xfrm>
              <a:off x="2487613" y="2284413"/>
              <a:ext cx="85725" cy="533400"/>
            </a:xfrm>
            <a:custGeom>
              <a:avLst/>
              <a:gdLst/>
              <a:ahLst/>
              <a:cxnLst/>
              <a:rect l="l" t="t" r="r" b="b"/>
              <a:pathLst>
                <a:path w="22" h="136" extrusionOk="0">
                  <a:moveTo>
                    <a:pt x="22" y="136"/>
                  </a:moveTo>
                  <a:cubicBezTo>
                    <a:pt x="20" y="117"/>
                    <a:pt x="19" y="99"/>
                    <a:pt x="17" y="80"/>
                  </a:cubicBezTo>
                  <a:cubicBezTo>
                    <a:pt x="11" y="54"/>
                    <a:pt x="6" y="27"/>
                    <a:pt x="0" y="0"/>
                  </a:cubicBezTo>
                  <a:cubicBezTo>
                    <a:pt x="0" y="35"/>
                    <a:pt x="0" y="35"/>
                    <a:pt x="0" y="35"/>
                  </a:cubicBezTo>
                  <a:cubicBezTo>
                    <a:pt x="6" y="64"/>
                    <a:pt x="13" y="94"/>
                    <a:pt x="20" y="124"/>
                  </a:cubicBezTo>
                  <a:cubicBezTo>
                    <a:pt x="20" y="128"/>
                    <a:pt x="21" y="132"/>
                    <a:pt x="22" y="136"/>
                  </a:cubicBezTo>
                  <a:close/>
                </a:path>
              </a:pathLst>
            </a:custGeom>
            <a:solidFill>
              <a:schemeClr val="dk2">
                <a:alpha val="20000"/>
              </a:scheme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 name="Google Shape;12;p1"/>
            <p:cNvSpPr/>
            <p:nvPr/>
          </p:nvSpPr>
          <p:spPr>
            <a:xfrm>
              <a:off x="2597151" y="2779713"/>
              <a:ext cx="550863" cy="1978025"/>
            </a:xfrm>
            <a:custGeom>
              <a:avLst/>
              <a:gdLst/>
              <a:ahLst/>
              <a:cxnLst/>
              <a:rect l="l" t="t" r="r" b="b"/>
              <a:pathLst>
                <a:path w="140" h="504" extrusionOk="0">
                  <a:moveTo>
                    <a:pt x="86" y="350"/>
                  </a:moveTo>
                  <a:cubicBezTo>
                    <a:pt x="103" y="402"/>
                    <a:pt x="120" y="453"/>
                    <a:pt x="139" y="504"/>
                  </a:cubicBezTo>
                  <a:cubicBezTo>
                    <a:pt x="139" y="495"/>
                    <a:pt x="139" y="487"/>
                    <a:pt x="140" y="478"/>
                  </a:cubicBezTo>
                  <a:cubicBezTo>
                    <a:pt x="124" y="435"/>
                    <a:pt x="109" y="391"/>
                    <a:pt x="95" y="347"/>
                  </a:cubicBezTo>
                  <a:cubicBezTo>
                    <a:pt x="58" y="233"/>
                    <a:pt x="27" y="117"/>
                    <a:pt x="0" y="0"/>
                  </a:cubicBezTo>
                  <a:cubicBezTo>
                    <a:pt x="2" y="20"/>
                    <a:pt x="4" y="41"/>
                    <a:pt x="6" y="61"/>
                  </a:cubicBezTo>
                  <a:cubicBezTo>
                    <a:pt x="30" y="158"/>
                    <a:pt x="56" y="255"/>
                    <a:pt x="86" y="350"/>
                  </a:cubicBezTo>
                  <a:close/>
                </a:path>
              </a:pathLst>
            </a:custGeom>
            <a:solidFill>
              <a:schemeClr val="dk2">
                <a:alpha val="20000"/>
              </a:scheme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3" name="Google Shape;13;p1"/>
            <p:cNvSpPr/>
            <p:nvPr/>
          </p:nvSpPr>
          <p:spPr>
            <a:xfrm>
              <a:off x="3175001" y="4730750"/>
              <a:ext cx="519113" cy="1209675"/>
            </a:xfrm>
            <a:custGeom>
              <a:avLst/>
              <a:gdLst/>
              <a:ahLst/>
              <a:cxnLst/>
              <a:rect l="l" t="t" r="r" b="b"/>
              <a:pathLst>
                <a:path w="132" h="308" extrusionOk="0">
                  <a:moveTo>
                    <a:pt x="8" y="22"/>
                  </a:moveTo>
                  <a:cubicBezTo>
                    <a:pt x="5" y="15"/>
                    <a:pt x="2" y="8"/>
                    <a:pt x="0" y="0"/>
                  </a:cubicBezTo>
                  <a:cubicBezTo>
                    <a:pt x="0" y="10"/>
                    <a:pt x="0" y="19"/>
                    <a:pt x="0" y="29"/>
                  </a:cubicBezTo>
                  <a:cubicBezTo>
                    <a:pt x="21" y="85"/>
                    <a:pt x="44" y="140"/>
                    <a:pt x="68" y="194"/>
                  </a:cubicBezTo>
                  <a:cubicBezTo>
                    <a:pt x="85" y="232"/>
                    <a:pt x="104" y="270"/>
                    <a:pt x="123" y="308"/>
                  </a:cubicBezTo>
                  <a:cubicBezTo>
                    <a:pt x="132" y="308"/>
                    <a:pt x="132" y="308"/>
                    <a:pt x="132" y="308"/>
                  </a:cubicBezTo>
                  <a:cubicBezTo>
                    <a:pt x="113" y="269"/>
                    <a:pt x="94" y="230"/>
                    <a:pt x="77" y="190"/>
                  </a:cubicBezTo>
                  <a:cubicBezTo>
                    <a:pt x="52" y="135"/>
                    <a:pt x="29" y="79"/>
                    <a:pt x="8" y="22"/>
                  </a:cubicBezTo>
                  <a:close/>
                </a:path>
              </a:pathLst>
            </a:custGeom>
            <a:solidFill>
              <a:schemeClr val="dk2">
                <a:alpha val="20000"/>
              </a:scheme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4" name="Google Shape;14;p1"/>
            <p:cNvSpPr/>
            <p:nvPr/>
          </p:nvSpPr>
          <p:spPr>
            <a:xfrm>
              <a:off x="3305176" y="5630863"/>
              <a:ext cx="146050" cy="309563"/>
            </a:xfrm>
            <a:custGeom>
              <a:avLst/>
              <a:gdLst/>
              <a:ahLst/>
              <a:cxnLst/>
              <a:rect l="l" t="t" r="r" b="b"/>
              <a:pathLst>
                <a:path w="37" h="79" extrusionOk="0">
                  <a:moveTo>
                    <a:pt x="28" y="79"/>
                  </a:moveTo>
                  <a:cubicBezTo>
                    <a:pt x="37" y="79"/>
                    <a:pt x="37" y="79"/>
                    <a:pt x="37" y="79"/>
                  </a:cubicBezTo>
                  <a:cubicBezTo>
                    <a:pt x="24" y="53"/>
                    <a:pt x="12" y="27"/>
                    <a:pt x="0" y="0"/>
                  </a:cubicBezTo>
                  <a:cubicBezTo>
                    <a:pt x="8" y="27"/>
                    <a:pt x="17" y="53"/>
                    <a:pt x="28" y="79"/>
                  </a:cubicBezTo>
                  <a:close/>
                </a:path>
              </a:pathLst>
            </a:custGeom>
            <a:solidFill>
              <a:schemeClr val="dk2">
                <a:alpha val="20000"/>
              </a:scheme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5" name="Google Shape;15;p1"/>
            <p:cNvSpPr/>
            <p:nvPr/>
          </p:nvSpPr>
          <p:spPr>
            <a:xfrm>
              <a:off x="2573338" y="2817813"/>
              <a:ext cx="700088" cy="2835275"/>
            </a:xfrm>
            <a:custGeom>
              <a:avLst/>
              <a:gdLst/>
              <a:ahLst/>
              <a:cxnLst/>
              <a:rect l="l" t="t" r="r" b="b"/>
              <a:pathLst>
                <a:path w="178" h="722" extrusionOk="0">
                  <a:moveTo>
                    <a:pt x="162" y="660"/>
                  </a:moveTo>
                  <a:cubicBezTo>
                    <a:pt x="145" y="618"/>
                    <a:pt x="130" y="576"/>
                    <a:pt x="116" y="534"/>
                  </a:cubicBezTo>
                  <a:cubicBezTo>
                    <a:pt x="84" y="437"/>
                    <a:pt x="59" y="337"/>
                    <a:pt x="40" y="236"/>
                  </a:cubicBezTo>
                  <a:cubicBezTo>
                    <a:pt x="29" y="175"/>
                    <a:pt x="20" y="113"/>
                    <a:pt x="12" y="51"/>
                  </a:cubicBezTo>
                  <a:cubicBezTo>
                    <a:pt x="8" y="34"/>
                    <a:pt x="4" y="17"/>
                    <a:pt x="0" y="0"/>
                  </a:cubicBezTo>
                  <a:cubicBezTo>
                    <a:pt x="8" y="79"/>
                    <a:pt x="19" y="159"/>
                    <a:pt x="33" y="237"/>
                  </a:cubicBezTo>
                  <a:cubicBezTo>
                    <a:pt x="51" y="339"/>
                    <a:pt x="76" y="439"/>
                    <a:pt x="107" y="537"/>
                  </a:cubicBezTo>
                  <a:cubicBezTo>
                    <a:pt x="123" y="586"/>
                    <a:pt x="141" y="634"/>
                    <a:pt x="160" y="681"/>
                  </a:cubicBezTo>
                  <a:cubicBezTo>
                    <a:pt x="166" y="695"/>
                    <a:pt x="172" y="708"/>
                    <a:pt x="178" y="722"/>
                  </a:cubicBezTo>
                  <a:cubicBezTo>
                    <a:pt x="176" y="717"/>
                    <a:pt x="175" y="713"/>
                    <a:pt x="174" y="708"/>
                  </a:cubicBezTo>
                  <a:cubicBezTo>
                    <a:pt x="169" y="692"/>
                    <a:pt x="165" y="676"/>
                    <a:pt x="162" y="660"/>
                  </a:cubicBezTo>
                  <a:close/>
                </a:path>
              </a:pathLst>
            </a:custGeom>
            <a:solidFill>
              <a:schemeClr val="dk2">
                <a:alpha val="20000"/>
              </a:scheme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6" name="Google Shape;16;p1"/>
            <p:cNvSpPr/>
            <p:nvPr/>
          </p:nvSpPr>
          <p:spPr>
            <a:xfrm>
              <a:off x="2506663" y="285750"/>
              <a:ext cx="90488" cy="2493963"/>
            </a:xfrm>
            <a:custGeom>
              <a:avLst/>
              <a:gdLst/>
              <a:ahLst/>
              <a:cxnLst/>
              <a:rect l="l" t="t" r="r" b="b"/>
              <a:pathLst>
                <a:path w="23" h="635" extrusionOk="0">
                  <a:moveTo>
                    <a:pt x="11" y="577"/>
                  </a:moveTo>
                  <a:cubicBezTo>
                    <a:pt x="12" y="581"/>
                    <a:pt x="12" y="585"/>
                    <a:pt x="12" y="589"/>
                  </a:cubicBezTo>
                  <a:cubicBezTo>
                    <a:pt x="15" y="603"/>
                    <a:pt x="19" y="617"/>
                    <a:pt x="22" y="632"/>
                  </a:cubicBezTo>
                  <a:cubicBezTo>
                    <a:pt x="22" y="633"/>
                    <a:pt x="22" y="634"/>
                    <a:pt x="23" y="635"/>
                  </a:cubicBezTo>
                  <a:cubicBezTo>
                    <a:pt x="21" y="615"/>
                    <a:pt x="19" y="596"/>
                    <a:pt x="17" y="576"/>
                  </a:cubicBezTo>
                  <a:cubicBezTo>
                    <a:pt x="9" y="474"/>
                    <a:pt x="5" y="372"/>
                    <a:pt x="5" y="269"/>
                  </a:cubicBezTo>
                  <a:cubicBezTo>
                    <a:pt x="6" y="179"/>
                    <a:pt x="9" y="90"/>
                    <a:pt x="15" y="0"/>
                  </a:cubicBezTo>
                  <a:cubicBezTo>
                    <a:pt x="12" y="0"/>
                    <a:pt x="12" y="0"/>
                    <a:pt x="12" y="0"/>
                  </a:cubicBezTo>
                  <a:cubicBezTo>
                    <a:pt x="5" y="89"/>
                    <a:pt x="2" y="179"/>
                    <a:pt x="1" y="269"/>
                  </a:cubicBezTo>
                  <a:cubicBezTo>
                    <a:pt x="0" y="372"/>
                    <a:pt x="3" y="474"/>
                    <a:pt x="11" y="577"/>
                  </a:cubicBezTo>
                  <a:close/>
                </a:path>
              </a:pathLst>
            </a:custGeom>
            <a:solidFill>
              <a:schemeClr val="dk2">
                <a:alpha val="20000"/>
              </a:scheme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7" name="Google Shape;17;p1"/>
            <p:cNvSpPr/>
            <p:nvPr/>
          </p:nvSpPr>
          <p:spPr>
            <a:xfrm>
              <a:off x="2554288" y="2598738"/>
              <a:ext cx="66675" cy="420688"/>
            </a:xfrm>
            <a:custGeom>
              <a:avLst/>
              <a:gdLst/>
              <a:ahLst/>
              <a:cxnLst/>
              <a:rect l="l" t="t" r="r" b="b"/>
              <a:pathLst>
                <a:path w="17" h="107" extrusionOk="0">
                  <a:moveTo>
                    <a:pt x="0" y="0"/>
                  </a:moveTo>
                  <a:cubicBezTo>
                    <a:pt x="2" y="19"/>
                    <a:pt x="3" y="37"/>
                    <a:pt x="5" y="56"/>
                  </a:cubicBezTo>
                  <a:cubicBezTo>
                    <a:pt x="9" y="73"/>
                    <a:pt x="13" y="90"/>
                    <a:pt x="17" y="107"/>
                  </a:cubicBezTo>
                  <a:cubicBezTo>
                    <a:pt x="15" y="87"/>
                    <a:pt x="13" y="66"/>
                    <a:pt x="11" y="46"/>
                  </a:cubicBezTo>
                  <a:cubicBezTo>
                    <a:pt x="10" y="45"/>
                    <a:pt x="10" y="44"/>
                    <a:pt x="10" y="43"/>
                  </a:cubicBezTo>
                  <a:cubicBezTo>
                    <a:pt x="7" y="28"/>
                    <a:pt x="3" y="14"/>
                    <a:pt x="0" y="0"/>
                  </a:cubicBezTo>
                  <a:close/>
                </a:path>
              </a:pathLst>
            </a:custGeom>
            <a:solidFill>
              <a:schemeClr val="dk2">
                <a:alpha val="20000"/>
              </a:scheme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8" name="Google Shape;18;p1"/>
            <p:cNvSpPr/>
            <p:nvPr/>
          </p:nvSpPr>
          <p:spPr>
            <a:xfrm>
              <a:off x="3143251" y="4757738"/>
              <a:ext cx="161925" cy="873125"/>
            </a:xfrm>
            <a:custGeom>
              <a:avLst/>
              <a:gdLst/>
              <a:ahLst/>
              <a:cxnLst/>
              <a:rect l="l" t="t" r="r" b="b"/>
              <a:pathLst>
                <a:path w="41" h="222" extrusionOk="0">
                  <a:moveTo>
                    <a:pt x="0" y="0"/>
                  </a:moveTo>
                  <a:cubicBezTo>
                    <a:pt x="0" y="31"/>
                    <a:pt x="2" y="62"/>
                    <a:pt x="5" y="93"/>
                  </a:cubicBezTo>
                  <a:cubicBezTo>
                    <a:pt x="8" y="117"/>
                    <a:pt x="12" y="142"/>
                    <a:pt x="17" y="166"/>
                  </a:cubicBezTo>
                  <a:cubicBezTo>
                    <a:pt x="19" y="172"/>
                    <a:pt x="22" y="178"/>
                    <a:pt x="24" y="184"/>
                  </a:cubicBezTo>
                  <a:cubicBezTo>
                    <a:pt x="30" y="197"/>
                    <a:pt x="35" y="209"/>
                    <a:pt x="41" y="222"/>
                  </a:cubicBezTo>
                  <a:cubicBezTo>
                    <a:pt x="40" y="219"/>
                    <a:pt x="39" y="215"/>
                    <a:pt x="38" y="212"/>
                  </a:cubicBezTo>
                  <a:cubicBezTo>
                    <a:pt x="26" y="172"/>
                    <a:pt x="18" y="132"/>
                    <a:pt x="13" y="92"/>
                  </a:cubicBezTo>
                  <a:cubicBezTo>
                    <a:pt x="11" y="68"/>
                    <a:pt x="9" y="45"/>
                    <a:pt x="8" y="22"/>
                  </a:cubicBezTo>
                  <a:cubicBezTo>
                    <a:pt x="8" y="21"/>
                    <a:pt x="7" y="20"/>
                    <a:pt x="7" y="18"/>
                  </a:cubicBezTo>
                  <a:cubicBezTo>
                    <a:pt x="5" y="12"/>
                    <a:pt x="2" y="6"/>
                    <a:pt x="0" y="0"/>
                  </a:cubicBezTo>
                  <a:close/>
                </a:path>
              </a:pathLst>
            </a:custGeom>
            <a:solidFill>
              <a:schemeClr val="dk2">
                <a:alpha val="20000"/>
              </a:scheme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9" name="Google Shape;19;p1"/>
            <p:cNvSpPr/>
            <p:nvPr/>
          </p:nvSpPr>
          <p:spPr>
            <a:xfrm>
              <a:off x="3148013" y="1282700"/>
              <a:ext cx="1768475" cy="3448050"/>
            </a:xfrm>
            <a:custGeom>
              <a:avLst/>
              <a:gdLst/>
              <a:ahLst/>
              <a:cxnLst/>
              <a:rect l="l" t="t" r="r" b="b"/>
              <a:pathLst>
                <a:path w="450" h="878" extrusionOk="0">
                  <a:moveTo>
                    <a:pt x="7" y="854"/>
                  </a:moveTo>
                  <a:cubicBezTo>
                    <a:pt x="10" y="772"/>
                    <a:pt x="26" y="691"/>
                    <a:pt x="50" y="613"/>
                  </a:cubicBezTo>
                  <a:cubicBezTo>
                    <a:pt x="75" y="535"/>
                    <a:pt x="109" y="460"/>
                    <a:pt x="149" y="388"/>
                  </a:cubicBezTo>
                  <a:cubicBezTo>
                    <a:pt x="189" y="316"/>
                    <a:pt x="235" y="248"/>
                    <a:pt x="285" y="183"/>
                  </a:cubicBezTo>
                  <a:cubicBezTo>
                    <a:pt x="310" y="151"/>
                    <a:pt x="337" y="119"/>
                    <a:pt x="364" y="89"/>
                  </a:cubicBezTo>
                  <a:cubicBezTo>
                    <a:pt x="378" y="74"/>
                    <a:pt x="392" y="58"/>
                    <a:pt x="406" y="44"/>
                  </a:cubicBezTo>
                  <a:cubicBezTo>
                    <a:pt x="421" y="29"/>
                    <a:pt x="435" y="15"/>
                    <a:pt x="450" y="1"/>
                  </a:cubicBezTo>
                  <a:cubicBezTo>
                    <a:pt x="450" y="0"/>
                    <a:pt x="450" y="0"/>
                    <a:pt x="450" y="0"/>
                  </a:cubicBezTo>
                  <a:cubicBezTo>
                    <a:pt x="434" y="14"/>
                    <a:pt x="420" y="28"/>
                    <a:pt x="405" y="43"/>
                  </a:cubicBezTo>
                  <a:cubicBezTo>
                    <a:pt x="391" y="57"/>
                    <a:pt x="377" y="72"/>
                    <a:pt x="363" y="88"/>
                  </a:cubicBezTo>
                  <a:cubicBezTo>
                    <a:pt x="335" y="118"/>
                    <a:pt x="308" y="149"/>
                    <a:pt x="283" y="181"/>
                  </a:cubicBezTo>
                  <a:cubicBezTo>
                    <a:pt x="232" y="246"/>
                    <a:pt x="185" y="314"/>
                    <a:pt x="145" y="386"/>
                  </a:cubicBezTo>
                  <a:cubicBezTo>
                    <a:pt x="104" y="457"/>
                    <a:pt x="70" y="533"/>
                    <a:pt x="45" y="611"/>
                  </a:cubicBezTo>
                  <a:cubicBezTo>
                    <a:pt x="19" y="690"/>
                    <a:pt x="3" y="771"/>
                    <a:pt x="0" y="854"/>
                  </a:cubicBezTo>
                  <a:cubicBezTo>
                    <a:pt x="0" y="856"/>
                    <a:pt x="0" y="857"/>
                    <a:pt x="0" y="859"/>
                  </a:cubicBezTo>
                  <a:cubicBezTo>
                    <a:pt x="2" y="865"/>
                    <a:pt x="4" y="872"/>
                    <a:pt x="7" y="878"/>
                  </a:cubicBezTo>
                  <a:cubicBezTo>
                    <a:pt x="7" y="870"/>
                    <a:pt x="7" y="862"/>
                    <a:pt x="7" y="854"/>
                  </a:cubicBezTo>
                  <a:close/>
                </a:path>
              </a:pathLst>
            </a:custGeom>
            <a:solidFill>
              <a:schemeClr val="dk2">
                <a:alpha val="20000"/>
              </a:scheme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0" name="Google Shape;20;p1"/>
            <p:cNvSpPr/>
            <p:nvPr/>
          </p:nvSpPr>
          <p:spPr>
            <a:xfrm>
              <a:off x="3273426" y="5653088"/>
              <a:ext cx="138113" cy="287338"/>
            </a:xfrm>
            <a:custGeom>
              <a:avLst/>
              <a:gdLst/>
              <a:ahLst/>
              <a:cxnLst/>
              <a:rect l="l" t="t" r="r" b="b"/>
              <a:pathLst>
                <a:path w="35" h="73" extrusionOk="0">
                  <a:moveTo>
                    <a:pt x="0" y="0"/>
                  </a:moveTo>
                  <a:cubicBezTo>
                    <a:pt x="7" y="24"/>
                    <a:pt x="16" y="49"/>
                    <a:pt x="26" y="73"/>
                  </a:cubicBezTo>
                  <a:cubicBezTo>
                    <a:pt x="35" y="73"/>
                    <a:pt x="35" y="73"/>
                    <a:pt x="35" y="73"/>
                  </a:cubicBezTo>
                  <a:cubicBezTo>
                    <a:pt x="23" y="49"/>
                    <a:pt x="11" y="24"/>
                    <a:pt x="0" y="0"/>
                  </a:cubicBezTo>
                  <a:close/>
                </a:path>
              </a:pathLst>
            </a:custGeom>
            <a:solidFill>
              <a:schemeClr val="dk2">
                <a:alpha val="20000"/>
              </a:scheme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1" name="Google Shape;21;p1"/>
            <p:cNvSpPr/>
            <p:nvPr/>
          </p:nvSpPr>
          <p:spPr>
            <a:xfrm>
              <a:off x="3143251" y="4656138"/>
              <a:ext cx="31750" cy="188913"/>
            </a:xfrm>
            <a:custGeom>
              <a:avLst/>
              <a:gdLst/>
              <a:ahLst/>
              <a:cxnLst/>
              <a:rect l="l" t="t" r="r" b="b"/>
              <a:pathLst>
                <a:path w="8" h="48" extrusionOk="0">
                  <a:moveTo>
                    <a:pt x="7" y="44"/>
                  </a:moveTo>
                  <a:cubicBezTo>
                    <a:pt x="7" y="46"/>
                    <a:pt x="8" y="47"/>
                    <a:pt x="8" y="48"/>
                  </a:cubicBezTo>
                  <a:cubicBezTo>
                    <a:pt x="8" y="38"/>
                    <a:pt x="8" y="29"/>
                    <a:pt x="8" y="19"/>
                  </a:cubicBezTo>
                  <a:cubicBezTo>
                    <a:pt x="5" y="13"/>
                    <a:pt x="3" y="6"/>
                    <a:pt x="1" y="0"/>
                  </a:cubicBezTo>
                  <a:cubicBezTo>
                    <a:pt x="0" y="9"/>
                    <a:pt x="0" y="17"/>
                    <a:pt x="0" y="26"/>
                  </a:cubicBezTo>
                  <a:cubicBezTo>
                    <a:pt x="2" y="32"/>
                    <a:pt x="5" y="38"/>
                    <a:pt x="7" y="44"/>
                  </a:cubicBezTo>
                  <a:close/>
                </a:path>
              </a:pathLst>
            </a:custGeom>
            <a:solidFill>
              <a:schemeClr val="dk2">
                <a:alpha val="20000"/>
              </a:scheme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2" name="Google Shape;22;p1"/>
            <p:cNvSpPr/>
            <p:nvPr/>
          </p:nvSpPr>
          <p:spPr>
            <a:xfrm>
              <a:off x="3211513" y="5410200"/>
              <a:ext cx="203200" cy="530225"/>
            </a:xfrm>
            <a:custGeom>
              <a:avLst/>
              <a:gdLst/>
              <a:ahLst/>
              <a:cxnLst/>
              <a:rect l="l" t="t" r="r" b="b"/>
              <a:pathLst>
                <a:path w="52" h="135" extrusionOk="0">
                  <a:moveTo>
                    <a:pt x="7" y="18"/>
                  </a:moveTo>
                  <a:cubicBezTo>
                    <a:pt x="5" y="12"/>
                    <a:pt x="2" y="6"/>
                    <a:pt x="0" y="0"/>
                  </a:cubicBezTo>
                  <a:cubicBezTo>
                    <a:pt x="3" y="16"/>
                    <a:pt x="7" y="32"/>
                    <a:pt x="12" y="48"/>
                  </a:cubicBezTo>
                  <a:cubicBezTo>
                    <a:pt x="13" y="53"/>
                    <a:pt x="14" y="57"/>
                    <a:pt x="16" y="62"/>
                  </a:cubicBezTo>
                  <a:cubicBezTo>
                    <a:pt x="27" y="86"/>
                    <a:pt x="39" y="111"/>
                    <a:pt x="51" y="135"/>
                  </a:cubicBezTo>
                  <a:cubicBezTo>
                    <a:pt x="52" y="135"/>
                    <a:pt x="52" y="135"/>
                    <a:pt x="52" y="135"/>
                  </a:cubicBezTo>
                  <a:cubicBezTo>
                    <a:pt x="41" y="109"/>
                    <a:pt x="32" y="83"/>
                    <a:pt x="24" y="56"/>
                  </a:cubicBezTo>
                  <a:cubicBezTo>
                    <a:pt x="18" y="43"/>
                    <a:pt x="13" y="31"/>
                    <a:pt x="7" y="18"/>
                  </a:cubicBezTo>
                  <a:close/>
                </a:path>
              </a:pathLst>
            </a:custGeom>
            <a:solidFill>
              <a:schemeClr val="dk2">
                <a:alpha val="20000"/>
              </a:scheme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grpSp>
        <p:nvGrpSpPr>
          <p:cNvPr id="23" name="Google Shape;23;p1"/>
          <p:cNvGrpSpPr/>
          <p:nvPr/>
        </p:nvGrpSpPr>
        <p:grpSpPr>
          <a:xfrm>
            <a:off x="27221" y="157"/>
            <a:ext cx="2356674" cy="6853096"/>
            <a:chOff x="6627813" y="195610"/>
            <a:chExt cx="1952625" cy="5678141"/>
          </a:xfrm>
        </p:grpSpPr>
        <p:sp>
          <p:nvSpPr>
            <p:cNvPr id="24" name="Google Shape;24;p1"/>
            <p:cNvSpPr/>
            <p:nvPr/>
          </p:nvSpPr>
          <p:spPr>
            <a:xfrm>
              <a:off x="6627813" y="195610"/>
              <a:ext cx="409575" cy="3646488"/>
            </a:xfrm>
            <a:custGeom>
              <a:avLst/>
              <a:gdLst/>
              <a:ahLst/>
              <a:cxnLst/>
              <a:rect l="l" t="t" r="r" b="b"/>
              <a:pathLst>
                <a:path w="103" h="920" extrusionOk="0">
                  <a:moveTo>
                    <a:pt x="7" y="210"/>
                  </a:moveTo>
                  <a:cubicBezTo>
                    <a:pt x="11" y="288"/>
                    <a:pt x="17" y="367"/>
                    <a:pt x="26" y="445"/>
                  </a:cubicBezTo>
                  <a:cubicBezTo>
                    <a:pt x="34" y="523"/>
                    <a:pt x="44" y="601"/>
                    <a:pt x="57" y="679"/>
                  </a:cubicBezTo>
                  <a:cubicBezTo>
                    <a:pt x="69" y="757"/>
                    <a:pt x="84" y="834"/>
                    <a:pt x="101" y="911"/>
                  </a:cubicBezTo>
                  <a:cubicBezTo>
                    <a:pt x="102" y="914"/>
                    <a:pt x="103" y="917"/>
                    <a:pt x="103" y="920"/>
                  </a:cubicBezTo>
                  <a:cubicBezTo>
                    <a:pt x="102" y="905"/>
                    <a:pt x="100" y="889"/>
                    <a:pt x="99" y="874"/>
                  </a:cubicBezTo>
                  <a:cubicBezTo>
                    <a:pt x="99" y="871"/>
                    <a:pt x="99" y="868"/>
                    <a:pt x="99" y="866"/>
                  </a:cubicBezTo>
                  <a:cubicBezTo>
                    <a:pt x="85" y="803"/>
                    <a:pt x="73" y="741"/>
                    <a:pt x="63" y="678"/>
                  </a:cubicBezTo>
                  <a:cubicBezTo>
                    <a:pt x="50" y="600"/>
                    <a:pt x="39" y="523"/>
                    <a:pt x="30" y="444"/>
                  </a:cubicBezTo>
                  <a:cubicBezTo>
                    <a:pt x="21" y="366"/>
                    <a:pt x="14" y="288"/>
                    <a:pt x="9" y="209"/>
                  </a:cubicBezTo>
                  <a:cubicBezTo>
                    <a:pt x="7" y="170"/>
                    <a:pt x="5" y="131"/>
                    <a:pt x="3" y="92"/>
                  </a:cubicBezTo>
                  <a:cubicBezTo>
                    <a:pt x="2" y="61"/>
                    <a:pt x="1" y="31"/>
                    <a:pt x="1" y="0"/>
                  </a:cubicBezTo>
                  <a:cubicBezTo>
                    <a:pt x="0" y="0"/>
                    <a:pt x="0" y="0"/>
                    <a:pt x="0" y="0"/>
                  </a:cubicBezTo>
                  <a:cubicBezTo>
                    <a:pt x="0" y="31"/>
                    <a:pt x="1" y="61"/>
                    <a:pt x="1" y="92"/>
                  </a:cubicBezTo>
                  <a:cubicBezTo>
                    <a:pt x="3" y="131"/>
                    <a:pt x="4" y="170"/>
                    <a:pt x="7" y="210"/>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5" name="Google Shape;25;p1"/>
            <p:cNvSpPr/>
            <p:nvPr/>
          </p:nvSpPr>
          <p:spPr>
            <a:xfrm>
              <a:off x="7061201" y="3771900"/>
              <a:ext cx="350838" cy="1309688"/>
            </a:xfrm>
            <a:custGeom>
              <a:avLst/>
              <a:gdLst/>
              <a:ahLst/>
              <a:cxnLst/>
              <a:rect l="l" t="t" r="r" b="b"/>
              <a:pathLst>
                <a:path w="88" h="330" extrusionOk="0">
                  <a:moveTo>
                    <a:pt x="53" y="229"/>
                  </a:moveTo>
                  <a:cubicBezTo>
                    <a:pt x="64" y="263"/>
                    <a:pt x="75" y="297"/>
                    <a:pt x="88" y="330"/>
                  </a:cubicBezTo>
                  <a:cubicBezTo>
                    <a:pt x="88" y="323"/>
                    <a:pt x="88" y="315"/>
                    <a:pt x="88" y="308"/>
                  </a:cubicBezTo>
                  <a:cubicBezTo>
                    <a:pt x="88" y="307"/>
                    <a:pt x="88" y="305"/>
                    <a:pt x="88" y="304"/>
                  </a:cubicBezTo>
                  <a:cubicBezTo>
                    <a:pt x="79" y="278"/>
                    <a:pt x="70" y="252"/>
                    <a:pt x="62" y="226"/>
                  </a:cubicBezTo>
                  <a:cubicBezTo>
                    <a:pt x="38" y="152"/>
                    <a:pt x="17" y="76"/>
                    <a:pt x="0" y="0"/>
                  </a:cubicBezTo>
                  <a:cubicBezTo>
                    <a:pt x="2" y="21"/>
                    <a:pt x="4" y="42"/>
                    <a:pt x="7" y="63"/>
                  </a:cubicBezTo>
                  <a:cubicBezTo>
                    <a:pt x="21" y="119"/>
                    <a:pt x="36" y="174"/>
                    <a:pt x="53" y="229"/>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6" name="Google Shape;26;p1"/>
            <p:cNvSpPr/>
            <p:nvPr/>
          </p:nvSpPr>
          <p:spPr>
            <a:xfrm>
              <a:off x="7439026" y="5053013"/>
              <a:ext cx="357188" cy="820738"/>
            </a:xfrm>
            <a:custGeom>
              <a:avLst/>
              <a:gdLst/>
              <a:ahLst/>
              <a:cxnLst/>
              <a:rect l="l" t="t" r="r" b="b"/>
              <a:pathLst>
                <a:path w="90" h="207" extrusionOk="0">
                  <a:moveTo>
                    <a:pt x="6" y="15"/>
                  </a:moveTo>
                  <a:cubicBezTo>
                    <a:pt x="4" y="10"/>
                    <a:pt x="2" y="5"/>
                    <a:pt x="0" y="0"/>
                  </a:cubicBezTo>
                  <a:cubicBezTo>
                    <a:pt x="0" y="9"/>
                    <a:pt x="0" y="19"/>
                    <a:pt x="1" y="29"/>
                  </a:cubicBezTo>
                  <a:cubicBezTo>
                    <a:pt x="14" y="62"/>
                    <a:pt x="27" y="95"/>
                    <a:pt x="42" y="127"/>
                  </a:cubicBezTo>
                  <a:cubicBezTo>
                    <a:pt x="54" y="154"/>
                    <a:pt x="67" y="181"/>
                    <a:pt x="80" y="207"/>
                  </a:cubicBezTo>
                  <a:cubicBezTo>
                    <a:pt x="90" y="207"/>
                    <a:pt x="90" y="207"/>
                    <a:pt x="90" y="207"/>
                  </a:cubicBezTo>
                  <a:cubicBezTo>
                    <a:pt x="76" y="180"/>
                    <a:pt x="63" y="152"/>
                    <a:pt x="50" y="123"/>
                  </a:cubicBezTo>
                  <a:cubicBezTo>
                    <a:pt x="34" y="88"/>
                    <a:pt x="20" y="51"/>
                    <a:pt x="6" y="15"/>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7" name="Google Shape;27;p1"/>
            <p:cNvSpPr/>
            <p:nvPr/>
          </p:nvSpPr>
          <p:spPr>
            <a:xfrm>
              <a:off x="7037388" y="3811588"/>
              <a:ext cx="457200" cy="1852613"/>
            </a:xfrm>
            <a:custGeom>
              <a:avLst/>
              <a:gdLst/>
              <a:ahLst/>
              <a:cxnLst/>
              <a:rect l="l" t="t" r="r" b="b"/>
              <a:pathLst>
                <a:path w="115" h="467" extrusionOk="0">
                  <a:moveTo>
                    <a:pt x="101" y="409"/>
                  </a:moveTo>
                  <a:cubicBezTo>
                    <a:pt x="93" y="388"/>
                    <a:pt x="85" y="366"/>
                    <a:pt x="78" y="344"/>
                  </a:cubicBezTo>
                  <a:cubicBezTo>
                    <a:pt x="57" y="281"/>
                    <a:pt x="41" y="216"/>
                    <a:pt x="29" y="151"/>
                  </a:cubicBezTo>
                  <a:cubicBezTo>
                    <a:pt x="22" y="119"/>
                    <a:pt x="17" y="86"/>
                    <a:pt x="13" y="53"/>
                  </a:cubicBezTo>
                  <a:cubicBezTo>
                    <a:pt x="9" y="35"/>
                    <a:pt x="4" y="18"/>
                    <a:pt x="0" y="0"/>
                  </a:cubicBezTo>
                  <a:cubicBezTo>
                    <a:pt x="5" y="51"/>
                    <a:pt x="12" y="102"/>
                    <a:pt x="21" y="152"/>
                  </a:cubicBezTo>
                  <a:cubicBezTo>
                    <a:pt x="33" y="218"/>
                    <a:pt x="49" y="283"/>
                    <a:pt x="69" y="347"/>
                  </a:cubicBezTo>
                  <a:cubicBezTo>
                    <a:pt x="79" y="378"/>
                    <a:pt x="90" y="410"/>
                    <a:pt x="103" y="441"/>
                  </a:cubicBezTo>
                  <a:cubicBezTo>
                    <a:pt x="107" y="449"/>
                    <a:pt x="111" y="458"/>
                    <a:pt x="115" y="467"/>
                  </a:cubicBezTo>
                  <a:cubicBezTo>
                    <a:pt x="114" y="464"/>
                    <a:pt x="113" y="461"/>
                    <a:pt x="112" y="458"/>
                  </a:cubicBezTo>
                  <a:cubicBezTo>
                    <a:pt x="108" y="442"/>
                    <a:pt x="104" y="425"/>
                    <a:pt x="101" y="409"/>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8" name="Google Shape;28;p1"/>
            <p:cNvSpPr/>
            <p:nvPr/>
          </p:nvSpPr>
          <p:spPr>
            <a:xfrm>
              <a:off x="6992938" y="1263650"/>
              <a:ext cx="144463" cy="2508250"/>
            </a:xfrm>
            <a:custGeom>
              <a:avLst/>
              <a:gdLst/>
              <a:ahLst/>
              <a:cxnLst/>
              <a:rect l="l" t="t" r="r" b="b"/>
              <a:pathLst>
                <a:path w="36" h="633" extrusionOk="0">
                  <a:moveTo>
                    <a:pt x="17" y="633"/>
                  </a:moveTo>
                  <a:cubicBezTo>
                    <a:pt x="15" y="621"/>
                    <a:pt x="14" y="609"/>
                    <a:pt x="13" y="597"/>
                  </a:cubicBezTo>
                  <a:cubicBezTo>
                    <a:pt x="8" y="530"/>
                    <a:pt x="5" y="464"/>
                    <a:pt x="5" y="398"/>
                  </a:cubicBezTo>
                  <a:cubicBezTo>
                    <a:pt x="5" y="331"/>
                    <a:pt x="8" y="265"/>
                    <a:pt x="13" y="198"/>
                  </a:cubicBezTo>
                  <a:cubicBezTo>
                    <a:pt x="15" y="165"/>
                    <a:pt x="18" y="132"/>
                    <a:pt x="22" y="99"/>
                  </a:cubicBezTo>
                  <a:cubicBezTo>
                    <a:pt x="26" y="66"/>
                    <a:pt x="30" y="33"/>
                    <a:pt x="36" y="0"/>
                  </a:cubicBezTo>
                  <a:cubicBezTo>
                    <a:pt x="35" y="0"/>
                    <a:pt x="35" y="0"/>
                    <a:pt x="35" y="0"/>
                  </a:cubicBezTo>
                  <a:cubicBezTo>
                    <a:pt x="29" y="33"/>
                    <a:pt x="24" y="66"/>
                    <a:pt x="20" y="99"/>
                  </a:cubicBezTo>
                  <a:cubicBezTo>
                    <a:pt x="16" y="132"/>
                    <a:pt x="13" y="165"/>
                    <a:pt x="10" y="198"/>
                  </a:cubicBezTo>
                  <a:cubicBezTo>
                    <a:pt x="4" y="264"/>
                    <a:pt x="1" y="331"/>
                    <a:pt x="1" y="398"/>
                  </a:cubicBezTo>
                  <a:cubicBezTo>
                    <a:pt x="0" y="461"/>
                    <a:pt x="2" y="525"/>
                    <a:pt x="7" y="589"/>
                  </a:cubicBezTo>
                  <a:cubicBezTo>
                    <a:pt x="10" y="603"/>
                    <a:pt x="13" y="618"/>
                    <a:pt x="16" y="632"/>
                  </a:cubicBezTo>
                  <a:cubicBezTo>
                    <a:pt x="16" y="632"/>
                    <a:pt x="17" y="633"/>
                    <a:pt x="17" y="633"/>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9" name="Google Shape;29;p1"/>
            <p:cNvSpPr/>
            <p:nvPr/>
          </p:nvSpPr>
          <p:spPr>
            <a:xfrm>
              <a:off x="7526338" y="5640388"/>
              <a:ext cx="111125" cy="233363"/>
            </a:xfrm>
            <a:custGeom>
              <a:avLst/>
              <a:gdLst/>
              <a:ahLst/>
              <a:cxnLst/>
              <a:rect l="l" t="t" r="r" b="b"/>
              <a:pathLst>
                <a:path w="28" h="59" extrusionOk="0">
                  <a:moveTo>
                    <a:pt x="22" y="59"/>
                  </a:moveTo>
                  <a:cubicBezTo>
                    <a:pt x="28" y="59"/>
                    <a:pt x="28" y="59"/>
                    <a:pt x="28" y="59"/>
                  </a:cubicBezTo>
                  <a:cubicBezTo>
                    <a:pt x="18" y="40"/>
                    <a:pt x="9" y="20"/>
                    <a:pt x="0" y="0"/>
                  </a:cubicBezTo>
                  <a:cubicBezTo>
                    <a:pt x="6" y="20"/>
                    <a:pt x="13" y="40"/>
                    <a:pt x="22" y="59"/>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0" name="Google Shape;30;p1"/>
            <p:cNvSpPr/>
            <p:nvPr/>
          </p:nvSpPr>
          <p:spPr>
            <a:xfrm>
              <a:off x="7021513" y="3598863"/>
              <a:ext cx="68263" cy="423863"/>
            </a:xfrm>
            <a:custGeom>
              <a:avLst/>
              <a:gdLst/>
              <a:ahLst/>
              <a:cxnLst/>
              <a:rect l="l" t="t" r="r" b="b"/>
              <a:pathLst>
                <a:path w="17" h="107" extrusionOk="0">
                  <a:moveTo>
                    <a:pt x="4" y="54"/>
                  </a:moveTo>
                  <a:cubicBezTo>
                    <a:pt x="8" y="72"/>
                    <a:pt x="13" y="89"/>
                    <a:pt x="17" y="107"/>
                  </a:cubicBezTo>
                  <a:cubicBezTo>
                    <a:pt x="14" y="86"/>
                    <a:pt x="12" y="65"/>
                    <a:pt x="10" y="44"/>
                  </a:cubicBezTo>
                  <a:cubicBezTo>
                    <a:pt x="10" y="44"/>
                    <a:pt x="9" y="43"/>
                    <a:pt x="9" y="43"/>
                  </a:cubicBezTo>
                  <a:cubicBezTo>
                    <a:pt x="6" y="29"/>
                    <a:pt x="3" y="14"/>
                    <a:pt x="0" y="0"/>
                  </a:cubicBezTo>
                  <a:cubicBezTo>
                    <a:pt x="0" y="2"/>
                    <a:pt x="0" y="5"/>
                    <a:pt x="0" y="8"/>
                  </a:cubicBezTo>
                  <a:cubicBezTo>
                    <a:pt x="1" y="23"/>
                    <a:pt x="3" y="39"/>
                    <a:pt x="4" y="54"/>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1" name="Google Shape;31;p1"/>
            <p:cNvSpPr/>
            <p:nvPr/>
          </p:nvSpPr>
          <p:spPr>
            <a:xfrm>
              <a:off x="7412038" y="2801938"/>
              <a:ext cx="1168400" cy="2251075"/>
            </a:xfrm>
            <a:custGeom>
              <a:avLst/>
              <a:gdLst/>
              <a:ahLst/>
              <a:cxnLst/>
              <a:rect l="l" t="t" r="r" b="b"/>
              <a:pathLst>
                <a:path w="294" h="568" extrusionOk="0">
                  <a:moveTo>
                    <a:pt x="8" y="553"/>
                  </a:moveTo>
                  <a:cubicBezTo>
                    <a:pt x="9" y="501"/>
                    <a:pt x="19" y="448"/>
                    <a:pt x="35" y="397"/>
                  </a:cubicBezTo>
                  <a:cubicBezTo>
                    <a:pt x="51" y="347"/>
                    <a:pt x="73" y="298"/>
                    <a:pt x="99" y="252"/>
                  </a:cubicBezTo>
                  <a:cubicBezTo>
                    <a:pt x="124" y="205"/>
                    <a:pt x="154" y="161"/>
                    <a:pt x="187" y="119"/>
                  </a:cubicBezTo>
                  <a:cubicBezTo>
                    <a:pt x="203" y="98"/>
                    <a:pt x="220" y="77"/>
                    <a:pt x="238" y="58"/>
                  </a:cubicBezTo>
                  <a:cubicBezTo>
                    <a:pt x="247" y="48"/>
                    <a:pt x="256" y="38"/>
                    <a:pt x="265" y="28"/>
                  </a:cubicBezTo>
                  <a:cubicBezTo>
                    <a:pt x="274" y="19"/>
                    <a:pt x="284" y="9"/>
                    <a:pt x="294" y="0"/>
                  </a:cubicBezTo>
                  <a:cubicBezTo>
                    <a:pt x="293" y="0"/>
                    <a:pt x="293" y="0"/>
                    <a:pt x="293" y="0"/>
                  </a:cubicBezTo>
                  <a:cubicBezTo>
                    <a:pt x="283" y="9"/>
                    <a:pt x="273" y="18"/>
                    <a:pt x="264" y="27"/>
                  </a:cubicBezTo>
                  <a:cubicBezTo>
                    <a:pt x="255" y="37"/>
                    <a:pt x="246" y="47"/>
                    <a:pt x="237" y="56"/>
                  </a:cubicBezTo>
                  <a:cubicBezTo>
                    <a:pt x="218" y="76"/>
                    <a:pt x="201" y="96"/>
                    <a:pt x="185" y="117"/>
                  </a:cubicBezTo>
                  <a:cubicBezTo>
                    <a:pt x="151" y="159"/>
                    <a:pt x="121" y="203"/>
                    <a:pt x="95" y="249"/>
                  </a:cubicBezTo>
                  <a:cubicBezTo>
                    <a:pt x="68" y="296"/>
                    <a:pt x="46" y="345"/>
                    <a:pt x="30" y="396"/>
                  </a:cubicBezTo>
                  <a:cubicBezTo>
                    <a:pt x="13" y="445"/>
                    <a:pt x="3" y="497"/>
                    <a:pt x="0" y="549"/>
                  </a:cubicBezTo>
                  <a:cubicBezTo>
                    <a:pt x="3" y="555"/>
                    <a:pt x="5" y="561"/>
                    <a:pt x="7" y="568"/>
                  </a:cubicBezTo>
                  <a:cubicBezTo>
                    <a:pt x="7" y="563"/>
                    <a:pt x="7" y="558"/>
                    <a:pt x="8" y="553"/>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2" name="Google Shape;32;p1"/>
            <p:cNvSpPr/>
            <p:nvPr/>
          </p:nvSpPr>
          <p:spPr>
            <a:xfrm>
              <a:off x="7494588" y="5664200"/>
              <a:ext cx="100013" cy="209550"/>
            </a:xfrm>
            <a:custGeom>
              <a:avLst/>
              <a:gdLst/>
              <a:ahLst/>
              <a:cxnLst/>
              <a:rect l="l" t="t" r="r" b="b"/>
              <a:pathLst>
                <a:path w="25" h="53" extrusionOk="0">
                  <a:moveTo>
                    <a:pt x="0" y="0"/>
                  </a:moveTo>
                  <a:cubicBezTo>
                    <a:pt x="5" y="18"/>
                    <a:pt x="12" y="36"/>
                    <a:pt x="19" y="53"/>
                  </a:cubicBezTo>
                  <a:cubicBezTo>
                    <a:pt x="25" y="53"/>
                    <a:pt x="25" y="53"/>
                    <a:pt x="25" y="53"/>
                  </a:cubicBezTo>
                  <a:cubicBezTo>
                    <a:pt x="16" y="36"/>
                    <a:pt x="8" y="18"/>
                    <a:pt x="0" y="0"/>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3" name="Google Shape;33;p1"/>
            <p:cNvSpPr/>
            <p:nvPr/>
          </p:nvSpPr>
          <p:spPr>
            <a:xfrm>
              <a:off x="7412038" y="5081588"/>
              <a:ext cx="114300" cy="558800"/>
            </a:xfrm>
            <a:custGeom>
              <a:avLst/>
              <a:gdLst/>
              <a:ahLst/>
              <a:cxnLst/>
              <a:rect l="l" t="t" r="r" b="b"/>
              <a:pathLst>
                <a:path w="29" h="141" extrusionOk="0">
                  <a:moveTo>
                    <a:pt x="0" y="0"/>
                  </a:moveTo>
                  <a:cubicBezTo>
                    <a:pt x="0" y="30"/>
                    <a:pt x="2" y="60"/>
                    <a:pt x="7" y="89"/>
                  </a:cubicBezTo>
                  <a:cubicBezTo>
                    <a:pt x="11" y="98"/>
                    <a:pt x="14" y="108"/>
                    <a:pt x="18" y="117"/>
                  </a:cubicBezTo>
                  <a:cubicBezTo>
                    <a:pt x="22" y="125"/>
                    <a:pt x="25" y="133"/>
                    <a:pt x="29" y="141"/>
                  </a:cubicBezTo>
                  <a:cubicBezTo>
                    <a:pt x="28" y="139"/>
                    <a:pt x="28" y="137"/>
                    <a:pt x="27" y="135"/>
                  </a:cubicBezTo>
                  <a:cubicBezTo>
                    <a:pt x="16" y="98"/>
                    <a:pt x="10" y="60"/>
                    <a:pt x="8" y="22"/>
                  </a:cubicBezTo>
                  <a:cubicBezTo>
                    <a:pt x="7" y="18"/>
                    <a:pt x="5" y="15"/>
                    <a:pt x="4" y="11"/>
                  </a:cubicBezTo>
                  <a:cubicBezTo>
                    <a:pt x="2" y="7"/>
                    <a:pt x="1" y="3"/>
                    <a:pt x="0" y="0"/>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4" name="Google Shape;34;p1"/>
            <p:cNvSpPr/>
            <p:nvPr/>
          </p:nvSpPr>
          <p:spPr>
            <a:xfrm>
              <a:off x="7412038" y="4978400"/>
              <a:ext cx="31750" cy="188913"/>
            </a:xfrm>
            <a:custGeom>
              <a:avLst/>
              <a:gdLst/>
              <a:ahLst/>
              <a:cxnLst/>
              <a:rect l="l" t="t" r="r" b="b"/>
              <a:pathLst>
                <a:path w="8" h="48" extrusionOk="0">
                  <a:moveTo>
                    <a:pt x="0" y="26"/>
                  </a:moveTo>
                  <a:cubicBezTo>
                    <a:pt x="1" y="29"/>
                    <a:pt x="2" y="33"/>
                    <a:pt x="4" y="37"/>
                  </a:cubicBezTo>
                  <a:cubicBezTo>
                    <a:pt x="5" y="41"/>
                    <a:pt x="7" y="44"/>
                    <a:pt x="8" y="48"/>
                  </a:cubicBezTo>
                  <a:cubicBezTo>
                    <a:pt x="7" y="38"/>
                    <a:pt x="7" y="28"/>
                    <a:pt x="7" y="19"/>
                  </a:cubicBezTo>
                  <a:cubicBezTo>
                    <a:pt x="5" y="12"/>
                    <a:pt x="3" y="6"/>
                    <a:pt x="0" y="0"/>
                  </a:cubicBezTo>
                  <a:cubicBezTo>
                    <a:pt x="0" y="1"/>
                    <a:pt x="0" y="3"/>
                    <a:pt x="0" y="4"/>
                  </a:cubicBezTo>
                  <a:cubicBezTo>
                    <a:pt x="0" y="11"/>
                    <a:pt x="0" y="19"/>
                    <a:pt x="0" y="26"/>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5" name="Google Shape;35;p1"/>
            <p:cNvSpPr/>
            <p:nvPr/>
          </p:nvSpPr>
          <p:spPr>
            <a:xfrm>
              <a:off x="7439026" y="5434013"/>
              <a:ext cx="174625" cy="439738"/>
            </a:xfrm>
            <a:custGeom>
              <a:avLst/>
              <a:gdLst/>
              <a:ahLst/>
              <a:cxnLst/>
              <a:rect l="l" t="t" r="r" b="b"/>
              <a:pathLst>
                <a:path w="44" h="111" extrusionOk="0">
                  <a:moveTo>
                    <a:pt x="11" y="28"/>
                  </a:moveTo>
                  <a:cubicBezTo>
                    <a:pt x="7" y="19"/>
                    <a:pt x="4" y="9"/>
                    <a:pt x="0" y="0"/>
                  </a:cubicBezTo>
                  <a:cubicBezTo>
                    <a:pt x="3" y="16"/>
                    <a:pt x="7" y="33"/>
                    <a:pt x="11" y="49"/>
                  </a:cubicBezTo>
                  <a:cubicBezTo>
                    <a:pt x="12" y="52"/>
                    <a:pt x="13" y="55"/>
                    <a:pt x="14" y="58"/>
                  </a:cubicBezTo>
                  <a:cubicBezTo>
                    <a:pt x="22" y="76"/>
                    <a:pt x="30" y="94"/>
                    <a:pt x="39" y="111"/>
                  </a:cubicBezTo>
                  <a:cubicBezTo>
                    <a:pt x="44" y="111"/>
                    <a:pt x="44" y="111"/>
                    <a:pt x="44" y="111"/>
                  </a:cubicBezTo>
                  <a:cubicBezTo>
                    <a:pt x="35" y="92"/>
                    <a:pt x="28" y="72"/>
                    <a:pt x="22" y="52"/>
                  </a:cubicBezTo>
                  <a:cubicBezTo>
                    <a:pt x="18" y="44"/>
                    <a:pt x="15" y="36"/>
                    <a:pt x="11" y="28"/>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
        <p:nvSpPr>
          <p:cNvPr id="36" name="Google Shape;36;p1"/>
          <p:cNvSpPr/>
          <p:nvPr/>
        </p:nvSpPr>
        <p:spPr>
          <a:xfrm>
            <a:off x="0" y="0"/>
            <a:ext cx="182880" cy="6858000"/>
          </a:xfrm>
          <a:prstGeom prst="rect">
            <a:avLst/>
          </a:pr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7" name="Google Shape;37;p1"/>
          <p:cNvSpPr txBox="1">
            <a:spLocks noGrp="1"/>
          </p:cNvSpPr>
          <p:nvPr>
            <p:ph type="title"/>
          </p:nvPr>
        </p:nvSpPr>
        <p:spPr>
          <a:xfrm>
            <a:off x="2592924" y="624110"/>
            <a:ext cx="8911687" cy="1280890"/>
          </a:xfrm>
          <a:prstGeom prst="rect">
            <a:avLst/>
          </a:prstGeom>
          <a:noFill/>
          <a:ln>
            <a:noFill/>
          </a:ln>
        </p:spPr>
        <p:txBody>
          <a:bodyPr spcFirstLastPara="1" wrap="square" lIns="91425" tIns="45700" rIns="91425" bIns="45700" anchor="t" anchorCtr="0">
            <a:normAutofit/>
          </a:bodyPr>
          <a:lstStyle>
            <a:lvl1pPr marR="0" lvl="0" algn="l" rtl="0">
              <a:lnSpc>
                <a:spcPct val="100000"/>
              </a:lnSpc>
              <a:spcBef>
                <a:spcPts val="0"/>
              </a:spcBef>
              <a:spcAft>
                <a:spcPts val="0"/>
              </a:spcAft>
              <a:buClr>
                <a:srgbClr val="168DBA"/>
              </a:buClr>
              <a:buSzPts val="3600"/>
              <a:buFont typeface="Century Gothic"/>
              <a:buNone/>
              <a:defRPr sz="3600" b="0" i="0" u="none" strike="noStrike" cap="none">
                <a:solidFill>
                  <a:srgbClr val="168DBA"/>
                </a:solidFill>
                <a:latin typeface="Century Gothic"/>
                <a:ea typeface="Century Gothic"/>
                <a:cs typeface="Century Gothic"/>
                <a:sym typeface="Century Gothic"/>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2"/>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2"/>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2"/>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2"/>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2"/>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2"/>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2"/>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2"/>
                </a:solidFill>
                <a:latin typeface="Arial"/>
                <a:ea typeface="Arial"/>
                <a:cs typeface="Arial"/>
                <a:sym typeface="Arial"/>
              </a:defRPr>
            </a:lvl9pPr>
          </a:lstStyle>
          <a:p>
            <a:endParaRPr/>
          </a:p>
        </p:txBody>
      </p:sp>
      <p:sp>
        <p:nvSpPr>
          <p:cNvPr id="38" name="Google Shape;38;p1"/>
          <p:cNvSpPr txBox="1">
            <a:spLocks noGrp="1"/>
          </p:cNvSpPr>
          <p:nvPr>
            <p:ph type="body" idx="1"/>
          </p:nvPr>
        </p:nvSpPr>
        <p:spPr>
          <a:xfrm>
            <a:off x="2589212" y="2133600"/>
            <a:ext cx="8915400" cy="3886200"/>
          </a:xfrm>
          <a:prstGeom prst="rect">
            <a:avLst/>
          </a:prstGeom>
          <a:noFill/>
          <a:ln>
            <a:noFill/>
          </a:ln>
        </p:spPr>
        <p:txBody>
          <a:bodyPr spcFirstLastPara="1" wrap="square" lIns="91425" tIns="45700" rIns="91425" bIns="45700" anchor="t" anchorCtr="0">
            <a:normAutofit/>
          </a:bodyPr>
          <a:lstStyle>
            <a:lvl1pPr marL="457200" marR="0" lvl="0" indent="-342900" algn="l" rtl="0">
              <a:lnSpc>
                <a:spcPct val="100000"/>
              </a:lnSpc>
              <a:spcBef>
                <a:spcPts val="1000"/>
              </a:spcBef>
              <a:spcAft>
                <a:spcPts val="0"/>
              </a:spcAft>
              <a:buClr>
                <a:schemeClr val="accent1"/>
              </a:buClr>
              <a:buSzPts val="1800"/>
              <a:buFont typeface="Noto Sans Symbols"/>
              <a:buChar char="🠶"/>
              <a:defRPr sz="1800" b="0" i="0" u="none" strike="noStrike" cap="none">
                <a:solidFill>
                  <a:srgbClr val="3F3F3F"/>
                </a:solidFill>
                <a:latin typeface="Century Gothic"/>
                <a:ea typeface="Century Gothic"/>
                <a:cs typeface="Century Gothic"/>
                <a:sym typeface="Century Gothic"/>
              </a:defRPr>
            </a:lvl1pPr>
            <a:lvl2pPr marL="914400" marR="0" lvl="1" indent="-330200" algn="l" rtl="0">
              <a:lnSpc>
                <a:spcPct val="100000"/>
              </a:lnSpc>
              <a:spcBef>
                <a:spcPts val="1000"/>
              </a:spcBef>
              <a:spcAft>
                <a:spcPts val="0"/>
              </a:spcAft>
              <a:buClr>
                <a:schemeClr val="accent1"/>
              </a:buClr>
              <a:buSzPts val="1600"/>
              <a:buFont typeface="Noto Sans Symbols"/>
              <a:buChar char="🠶"/>
              <a:defRPr sz="1600" b="0" i="0" u="none" strike="noStrike" cap="none">
                <a:solidFill>
                  <a:srgbClr val="3F3F3F"/>
                </a:solidFill>
                <a:latin typeface="Century Gothic"/>
                <a:ea typeface="Century Gothic"/>
                <a:cs typeface="Century Gothic"/>
                <a:sym typeface="Century Gothic"/>
              </a:defRPr>
            </a:lvl2pPr>
            <a:lvl3pPr marL="1371600" marR="0" lvl="2" indent="-317500" algn="l" rtl="0">
              <a:lnSpc>
                <a:spcPct val="100000"/>
              </a:lnSpc>
              <a:spcBef>
                <a:spcPts val="1000"/>
              </a:spcBef>
              <a:spcAft>
                <a:spcPts val="0"/>
              </a:spcAft>
              <a:buClr>
                <a:schemeClr val="accent1"/>
              </a:buClr>
              <a:buSzPts val="1400"/>
              <a:buFont typeface="Noto Sans Symbols"/>
              <a:buChar char="🠶"/>
              <a:defRPr sz="1400" b="0" i="0" u="none" strike="noStrike" cap="none">
                <a:solidFill>
                  <a:srgbClr val="3F3F3F"/>
                </a:solidFill>
                <a:latin typeface="Century Gothic"/>
                <a:ea typeface="Century Gothic"/>
                <a:cs typeface="Century Gothic"/>
                <a:sym typeface="Century Gothic"/>
              </a:defRPr>
            </a:lvl3pPr>
            <a:lvl4pPr marL="1828800" marR="0" lvl="3" indent="-304800" algn="l" rtl="0">
              <a:lnSpc>
                <a:spcPct val="100000"/>
              </a:lnSpc>
              <a:spcBef>
                <a:spcPts val="1000"/>
              </a:spcBef>
              <a:spcAft>
                <a:spcPts val="0"/>
              </a:spcAft>
              <a:buClr>
                <a:schemeClr val="accent1"/>
              </a:buClr>
              <a:buSzPts val="1200"/>
              <a:buFont typeface="Noto Sans Symbols"/>
              <a:buChar char="🠶"/>
              <a:defRPr sz="1200" b="0" i="0" u="none" strike="noStrike" cap="none">
                <a:solidFill>
                  <a:srgbClr val="3F3F3F"/>
                </a:solidFill>
                <a:latin typeface="Century Gothic"/>
                <a:ea typeface="Century Gothic"/>
                <a:cs typeface="Century Gothic"/>
                <a:sym typeface="Century Gothic"/>
              </a:defRPr>
            </a:lvl4pPr>
            <a:lvl5pPr marL="2286000" marR="0" lvl="4" indent="-304800" algn="l" rtl="0">
              <a:lnSpc>
                <a:spcPct val="100000"/>
              </a:lnSpc>
              <a:spcBef>
                <a:spcPts val="1000"/>
              </a:spcBef>
              <a:spcAft>
                <a:spcPts val="0"/>
              </a:spcAft>
              <a:buClr>
                <a:schemeClr val="accent1"/>
              </a:buClr>
              <a:buSzPts val="1200"/>
              <a:buFont typeface="Noto Sans Symbols"/>
              <a:buChar char="🠶"/>
              <a:defRPr sz="1200" b="0" i="0" u="none" strike="noStrike" cap="none">
                <a:solidFill>
                  <a:srgbClr val="3F3F3F"/>
                </a:solidFill>
                <a:latin typeface="Century Gothic"/>
                <a:ea typeface="Century Gothic"/>
                <a:cs typeface="Century Gothic"/>
                <a:sym typeface="Century Gothic"/>
              </a:defRPr>
            </a:lvl5pPr>
            <a:lvl6pPr marL="2743200" marR="0" lvl="5" indent="-304800" algn="l" rtl="0">
              <a:lnSpc>
                <a:spcPct val="100000"/>
              </a:lnSpc>
              <a:spcBef>
                <a:spcPts val="1000"/>
              </a:spcBef>
              <a:spcAft>
                <a:spcPts val="0"/>
              </a:spcAft>
              <a:buClr>
                <a:schemeClr val="accent1"/>
              </a:buClr>
              <a:buSzPts val="1200"/>
              <a:buFont typeface="Noto Sans Symbols"/>
              <a:buChar char="🠶"/>
              <a:defRPr sz="1200" b="0" i="0" u="none" strike="noStrike" cap="none">
                <a:solidFill>
                  <a:srgbClr val="3F3F3F"/>
                </a:solidFill>
                <a:latin typeface="Century Gothic"/>
                <a:ea typeface="Century Gothic"/>
                <a:cs typeface="Century Gothic"/>
                <a:sym typeface="Century Gothic"/>
              </a:defRPr>
            </a:lvl6pPr>
            <a:lvl7pPr marL="3200400" marR="0" lvl="6" indent="-304800" algn="l" rtl="0">
              <a:lnSpc>
                <a:spcPct val="100000"/>
              </a:lnSpc>
              <a:spcBef>
                <a:spcPts val="1000"/>
              </a:spcBef>
              <a:spcAft>
                <a:spcPts val="0"/>
              </a:spcAft>
              <a:buClr>
                <a:schemeClr val="accent1"/>
              </a:buClr>
              <a:buSzPts val="1200"/>
              <a:buFont typeface="Noto Sans Symbols"/>
              <a:buChar char="🠶"/>
              <a:defRPr sz="1200" b="0" i="0" u="none" strike="noStrike" cap="none">
                <a:solidFill>
                  <a:srgbClr val="3F3F3F"/>
                </a:solidFill>
                <a:latin typeface="Century Gothic"/>
                <a:ea typeface="Century Gothic"/>
                <a:cs typeface="Century Gothic"/>
                <a:sym typeface="Century Gothic"/>
              </a:defRPr>
            </a:lvl7pPr>
            <a:lvl8pPr marL="3657600" marR="0" lvl="7" indent="-304800" algn="l" rtl="0">
              <a:lnSpc>
                <a:spcPct val="100000"/>
              </a:lnSpc>
              <a:spcBef>
                <a:spcPts val="1000"/>
              </a:spcBef>
              <a:spcAft>
                <a:spcPts val="0"/>
              </a:spcAft>
              <a:buClr>
                <a:schemeClr val="accent1"/>
              </a:buClr>
              <a:buSzPts val="1200"/>
              <a:buFont typeface="Noto Sans Symbols"/>
              <a:buChar char="🠶"/>
              <a:defRPr sz="1200" b="0" i="0" u="none" strike="noStrike" cap="none">
                <a:solidFill>
                  <a:srgbClr val="3F3F3F"/>
                </a:solidFill>
                <a:latin typeface="Century Gothic"/>
                <a:ea typeface="Century Gothic"/>
                <a:cs typeface="Century Gothic"/>
                <a:sym typeface="Century Gothic"/>
              </a:defRPr>
            </a:lvl8pPr>
            <a:lvl9pPr marL="4114800" marR="0" lvl="8" indent="-304800" algn="l" rtl="0">
              <a:lnSpc>
                <a:spcPct val="100000"/>
              </a:lnSpc>
              <a:spcBef>
                <a:spcPts val="1000"/>
              </a:spcBef>
              <a:spcAft>
                <a:spcPts val="0"/>
              </a:spcAft>
              <a:buClr>
                <a:schemeClr val="accent1"/>
              </a:buClr>
              <a:buSzPts val="1200"/>
              <a:buFont typeface="Noto Sans Symbols"/>
              <a:buChar char="🠶"/>
              <a:defRPr sz="1200" b="0" i="0" u="none" strike="noStrike" cap="none">
                <a:solidFill>
                  <a:srgbClr val="3F3F3F"/>
                </a:solidFill>
                <a:latin typeface="Century Gothic"/>
                <a:ea typeface="Century Gothic"/>
                <a:cs typeface="Century Gothic"/>
                <a:sym typeface="Century Gothic"/>
              </a:defRPr>
            </a:lvl9pPr>
          </a:lstStyle>
          <a:p>
            <a:endParaRPr/>
          </a:p>
        </p:txBody>
      </p:sp>
      <p:sp>
        <p:nvSpPr>
          <p:cNvPr id="39" name="Google Shape;39;p1"/>
          <p:cNvSpPr txBox="1">
            <a:spLocks noGrp="1"/>
          </p:cNvSpPr>
          <p:nvPr>
            <p:ph type="dt" idx="10"/>
          </p:nvPr>
        </p:nvSpPr>
        <p:spPr>
          <a:xfrm>
            <a:off x="10361612" y="6130437"/>
            <a:ext cx="1146283" cy="370396"/>
          </a:xfrm>
          <a:prstGeom prst="rect">
            <a:avLst/>
          </a:prstGeom>
          <a:noFill/>
          <a:ln>
            <a:noFill/>
          </a:ln>
        </p:spPr>
        <p:txBody>
          <a:bodyPr spcFirstLastPara="1" wrap="square" lIns="91425" tIns="45700" rIns="91425" bIns="45700" anchor="ctr" anchorCtr="0">
            <a:noAutofit/>
          </a:bodyPr>
          <a:lstStyle>
            <a:lvl1pPr marR="0" lvl="0" algn="r" rtl="0">
              <a:lnSpc>
                <a:spcPct val="100000"/>
              </a:lnSpc>
              <a:spcBef>
                <a:spcPts val="0"/>
              </a:spcBef>
              <a:spcAft>
                <a:spcPts val="0"/>
              </a:spcAft>
              <a:buClr>
                <a:srgbClr val="000000"/>
              </a:buClr>
              <a:buSzPts val="1400"/>
              <a:buFont typeface="Arial"/>
              <a:buNone/>
              <a:defRPr sz="900" b="0" i="0" u="none" strike="noStrike" cap="none">
                <a:solidFill>
                  <a:srgbClr val="888888"/>
                </a:solidFill>
                <a:latin typeface="Century Gothic"/>
                <a:ea typeface="Century Gothic"/>
                <a:cs typeface="Century Gothic"/>
                <a:sym typeface="Century Gothic"/>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entury Gothic"/>
                <a:ea typeface="Century Gothic"/>
                <a:cs typeface="Century Gothic"/>
                <a:sym typeface="Century Gothic"/>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entury Gothic"/>
                <a:ea typeface="Century Gothic"/>
                <a:cs typeface="Century Gothic"/>
                <a:sym typeface="Century Gothic"/>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entury Gothic"/>
                <a:ea typeface="Century Gothic"/>
                <a:cs typeface="Century Gothic"/>
                <a:sym typeface="Century Gothic"/>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entury Gothic"/>
                <a:ea typeface="Century Gothic"/>
                <a:cs typeface="Century Gothic"/>
                <a:sym typeface="Century Gothic"/>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entury Gothic"/>
                <a:ea typeface="Century Gothic"/>
                <a:cs typeface="Century Gothic"/>
                <a:sym typeface="Century Gothic"/>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entury Gothic"/>
                <a:ea typeface="Century Gothic"/>
                <a:cs typeface="Century Gothic"/>
                <a:sym typeface="Century Gothic"/>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entury Gothic"/>
                <a:ea typeface="Century Gothic"/>
                <a:cs typeface="Century Gothic"/>
                <a:sym typeface="Century Gothic"/>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entury Gothic"/>
                <a:ea typeface="Century Gothic"/>
                <a:cs typeface="Century Gothic"/>
                <a:sym typeface="Century Gothic"/>
              </a:defRPr>
            </a:lvl9pPr>
          </a:lstStyle>
          <a:p>
            <a:endParaRPr/>
          </a:p>
        </p:txBody>
      </p:sp>
      <p:sp>
        <p:nvSpPr>
          <p:cNvPr id="40" name="Google Shape;40;p1"/>
          <p:cNvSpPr txBox="1">
            <a:spLocks noGrp="1"/>
          </p:cNvSpPr>
          <p:nvPr>
            <p:ph type="ftr" idx="11"/>
          </p:nvPr>
        </p:nvSpPr>
        <p:spPr>
          <a:xfrm>
            <a:off x="2589212" y="6135808"/>
            <a:ext cx="7619999" cy="365125"/>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900" b="0" i="0" u="none" strike="noStrike" cap="none">
                <a:solidFill>
                  <a:srgbClr val="888888"/>
                </a:solidFill>
                <a:latin typeface="Century Gothic"/>
                <a:ea typeface="Century Gothic"/>
                <a:cs typeface="Century Gothic"/>
                <a:sym typeface="Century Gothic"/>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entury Gothic"/>
                <a:ea typeface="Century Gothic"/>
                <a:cs typeface="Century Gothic"/>
                <a:sym typeface="Century Gothic"/>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entury Gothic"/>
                <a:ea typeface="Century Gothic"/>
                <a:cs typeface="Century Gothic"/>
                <a:sym typeface="Century Gothic"/>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entury Gothic"/>
                <a:ea typeface="Century Gothic"/>
                <a:cs typeface="Century Gothic"/>
                <a:sym typeface="Century Gothic"/>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entury Gothic"/>
                <a:ea typeface="Century Gothic"/>
                <a:cs typeface="Century Gothic"/>
                <a:sym typeface="Century Gothic"/>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entury Gothic"/>
                <a:ea typeface="Century Gothic"/>
                <a:cs typeface="Century Gothic"/>
                <a:sym typeface="Century Gothic"/>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entury Gothic"/>
                <a:ea typeface="Century Gothic"/>
                <a:cs typeface="Century Gothic"/>
                <a:sym typeface="Century Gothic"/>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entury Gothic"/>
                <a:ea typeface="Century Gothic"/>
                <a:cs typeface="Century Gothic"/>
                <a:sym typeface="Century Gothic"/>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entury Gothic"/>
                <a:ea typeface="Century Gothic"/>
                <a:cs typeface="Century Gothic"/>
                <a:sym typeface="Century Gothic"/>
              </a:defRPr>
            </a:lvl9pPr>
          </a:lstStyle>
          <a:p>
            <a:endParaRPr/>
          </a:p>
        </p:txBody>
      </p:sp>
      <p:sp>
        <p:nvSpPr>
          <p:cNvPr id="41" name="Google Shape;41;p1"/>
          <p:cNvSpPr txBox="1">
            <a:spLocks noGrp="1"/>
          </p:cNvSpPr>
          <p:nvPr>
            <p:ph type="sldNum" idx="12"/>
          </p:nvPr>
        </p:nvSpPr>
        <p:spPr>
          <a:xfrm>
            <a:off x="531812" y="787782"/>
            <a:ext cx="779767" cy="365125"/>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2000"/>
              <a:buFont typeface="Arial"/>
              <a:buNone/>
              <a:defRPr sz="2000" b="0" i="0" u="none" strike="noStrike" cap="none">
                <a:solidFill>
                  <a:srgbClr val="FEFFFF"/>
                </a:solidFill>
                <a:latin typeface="Century Gothic"/>
                <a:ea typeface="Century Gothic"/>
                <a:cs typeface="Century Gothic"/>
                <a:sym typeface="Century Gothic"/>
              </a:defRPr>
            </a:lvl1pPr>
            <a:lvl2pPr marL="0" marR="0" lvl="1" indent="0" algn="r" rtl="0">
              <a:lnSpc>
                <a:spcPct val="100000"/>
              </a:lnSpc>
              <a:spcBef>
                <a:spcPts val="0"/>
              </a:spcBef>
              <a:spcAft>
                <a:spcPts val="0"/>
              </a:spcAft>
              <a:buClr>
                <a:srgbClr val="000000"/>
              </a:buClr>
              <a:buSzPts val="2000"/>
              <a:buFont typeface="Arial"/>
              <a:buNone/>
              <a:defRPr sz="2000" b="0" i="0" u="none" strike="noStrike" cap="none">
                <a:solidFill>
                  <a:srgbClr val="FEFFFF"/>
                </a:solidFill>
                <a:latin typeface="Century Gothic"/>
                <a:ea typeface="Century Gothic"/>
                <a:cs typeface="Century Gothic"/>
                <a:sym typeface="Century Gothic"/>
              </a:defRPr>
            </a:lvl2pPr>
            <a:lvl3pPr marL="0" marR="0" lvl="2" indent="0" algn="r" rtl="0">
              <a:lnSpc>
                <a:spcPct val="100000"/>
              </a:lnSpc>
              <a:spcBef>
                <a:spcPts val="0"/>
              </a:spcBef>
              <a:spcAft>
                <a:spcPts val="0"/>
              </a:spcAft>
              <a:buClr>
                <a:srgbClr val="000000"/>
              </a:buClr>
              <a:buSzPts val="2000"/>
              <a:buFont typeface="Arial"/>
              <a:buNone/>
              <a:defRPr sz="2000" b="0" i="0" u="none" strike="noStrike" cap="none">
                <a:solidFill>
                  <a:srgbClr val="FEFFFF"/>
                </a:solidFill>
                <a:latin typeface="Century Gothic"/>
                <a:ea typeface="Century Gothic"/>
                <a:cs typeface="Century Gothic"/>
                <a:sym typeface="Century Gothic"/>
              </a:defRPr>
            </a:lvl3pPr>
            <a:lvl4pPr marL="0" marR="0" lvl="3" indent="0" algn="r" rtl="0">
              <a:lnSpc>
                <a:spcPct val="100000"/>
              </a:lnSpc>
              <a:spcBef>
                <a:spcPts val="0"/>
              </a:spcBef>
              <a:spcAft>
                <a:spcPts val="0"/>
              </a:spcAft>
              <a:buClr>
                <a:srgbClr val="000000"/>
              </a:buClr>
              <a:buSzPts val="2000"/>
              <a:buFont typeface="Arial"/>
              <a:buNone/>
              <a:defRPr sz="2000" b="0" i="0" u="none" strike="noStrike" cap="none">
                <a:solidFill>
                  <a:srgbClr val="FEFFFF"/>
                </a:solidFill>
                <a:latin typeface="Century Gothic"/>
                <a:ea typeface="Century Gothic"/>
                <a:cs typeface="Century Gothic"/>
                <a:sym typeface="Century Gothic"/>
              </a:defRPr>
            </a:lvl4pPr>
            <a:lvl5pPr marL="0" marR="0" lvl="4" indent="0" algn="r" rtl="0">
              <a:lnSpc>
                <a:spcPct val="100000"/>
              </a:lnSpc>
              <a:spcBef>
                <a:spcPts val="0"/>
              </a:spcBef>
              <a:spcAft>
                <a:spcPts val="0"/>
              </a:spcAft>
              <a:buClr>
                <a:srgbClr val="000000"/>
              </a:buClr>
              <a:buSzPts val="2000"/>
              <a:buFont typeface="Arial"/>
              <a:buNone/>
              <a:defRPr sz="2000" b="0" i="0" u="none" strike="noStrike" cap="none">
                <a:solidFill>
                  <a:srgbClr val="FEFFFF"/>
                </a:solidFill>
                <a:latin typeface="Century Gothic"/>
                <a:ea typeface="Century Gothic"/>
                <a:cs typeface="Century Gothic"/>
                <a:sym typeface="Century Gothic"/>
              </a:defRPr>
            </a:lvl5pPr>
            <a:lvl6pPr marL="0" marR="0" lvl="5" indent="0" algn="r" rtl="0">
              <a:lnSpc>
                <a:spcPct val="100000"/>
              </a:lnSpc>
              <a:spcBef>
                <a:spcPts val="0"/>
              </a:spcBef>
              <a:spcAft>
                <a:spcPts val="0"/>
              </a:spcAft>
              <a:buClr>
                <a:srgbClr val="000000"/>
              </a:buClr>
              <a:buSzPts val="2000"/>
              <a:buFont typeface="Arial"/>
              <a:buNone/>
              <a:defRPr sz="2000" b="0" i="0" u="none" strike="noStrike" cap="none">
                <a:solidFill>
                  <a:srgbClr val="FEFFFF"/>
                </a:solidFill>
                <a:latin typeface="Century Gothic"/>
                <a:ea typeface="Century Gothic"/>
                <a:cs typeface="Century Gothic"/>
                <a:sym typeface="Century Gothic"/>
              </a:defRPr>
            </a:lvl6pPr>
            <a:lvl7pPr marL="0" marR="0" lvl="6" indent="0" algn="r" rtl="0">
              <a:lnSpc>
                <a:spcPct val="100000"/>
              </a:lnSpc>
              <a:spcBef>
                <a:spcPts val="0"/>
              </a:spcBef>
              <a:spcAft>
                <a:spcPts val="0"/>
              </a:spcAft>
              <a:buClr>
                <a:srgbClr val="000000"/>
              </a:buClr>
              <a:buSzPts val="2000"/>
              <a:buFont typeface="Arial"/>
              <a:buNone/>
              <a:defRPr sz="2000" b="0" i="0" u="none" strike="noStrike" cap="none">
                <a:solidFill>
                  <a:srgbClr val="FEFFFF"/>
                </a:solidFill>
                <a:latin typeface="Century Gothic"/>
                <a:ea typeface="Century Gothic"/>
                <a:cs typeface="Century Gothic"/>
                <a:sym typeface="Century Gothic"/>
              </a:defRPr>
            </a:lvl7pPr>
            <a:lvl8pPr marL="0" marR="0" lvl="7" indent="0" algn="r" rtl="0">
              <a:lnSpc>
                <a:spcPct val="100000"/>
              </a:lnSpc>
              <a:spcBef>
                <a:spcPts val="0"/>
              </a:spcBef>
              <a:spcAft>
                <a:spcPts val="0"/>
              </a:spcAft>
              <a:buClr>
                <a:srgbClr val="000000"/>
              </a:buClr>
              <a:buSzPts val="2000"/>
              <a:buFont typeface="Arial"/>
              <a:buNone/>
              <a:defRPr sz="2000" b="0" i="0" u="none" strike="noStrike" cap="none">
                <a:solidFill>
                  <a:srgbClr val="FEFFFF"/>
                </a:solidFill>
                <a:latin typeface="Century Gothic"/>
                <a:ea typeface="Century Gothic"/>
                <a:cs typeface="Century Gothic"/>
                <a:sym typeface="Century Gothic"/>
              </a:defRPr>
            </a:lvl8pPr>
            <a:lvl9pPr marL="0" marR="0" lvl="8" indent="0" algn="r" rtl="0">
              <a:lnSpc>
                <a:spcPct val="100000"/>
              </a:lnSpc>
              <a:spcBef>
                <a:spcPts val="0"/>
              </a:spcBef>
              <a:spcAft>
                <a:spcPts val="0"/>
              </a:spcAft>
              <a:buClr>
                <a:srgbClr val="000000"/>
              </a:buClr>
              <a:buSzPts val="2000"/>
              <a:buFont typeface="Arial"/>
              <a:buNone/>
              <a:defRPr sz="2000" b="0" i="0" u="none" strike="noStrike" cap="none">
                <a:solidFill>
                  <a:srgbClr val="FEFFFF"/>
                </a:solidFill>
                <a:latin typeface="Century Gothic"/>
                <a:ea typeface="Century Gothic"/>
                <a:cs typeface="Century Gothic"/>
                <a:sym typeface="Century Gothic"/>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gradFill>
          <a:gsLst>
            <a:gs pos="0">
              <a:srgbClr val="FFFFFF"/>
            </a:gs>
            <a:gs pos="100000">
              <a:srgbClr val="C4DCE3"/>
            </a:gs>
          </a:gsLst>
          <a:lin ang="5400012" scaled="0"/>
        </a:gradFill>
        <a:effectLst/>
      </p:bgPr>
    </p:bg>
    <p:spTree>
      <p:nvGrpSpPr>
        <p:cNvPr id="1" name="Shape 157"/>
        <p:cNvGrpSpPr/>
        <p:nvPr/>
      </p:nvGrpSpPr>
      <p:grpSpPr>
        <a:xfrm>
          <a:off x="0" y="0"/>
          <a:ext cx="0" cy="0"/>
          <a:chOff x="0" y="0"/>
          <a:chExt cx="0" cy="0"/>
        </a:xfrm>
      </p:grpSpPr>
      <p:grpSp>
        <p:nvGrpSpPr>
          <p:cNvPr id="158" name="Google Shape;158;p17"/>
          <p:cNvGrpSpPr/>
          <p:nvPr/>
        </p:nvGrpSpPr>
        <p:grpSpPr>
          <a:xfrm>
            <a:off x="-16" y="228598"/>
            <a:ext cx="2851500" cy="6638590"/>
            <a:chOff x="2487613" y="285750"/>
            <a:chExt cx="2428875" cy="5654676"/>
          </a:xfrm>
        </p:grpSpPr>
        <p:sp>
          <p:nvSpPr>
            <p:cNvPr id="159" name="Google Shape;159;p17"/>
            <p:cNvSpPr/>
            <p:nvPr/>
          </p:nvSpPr>
          <p:spPr>
            <a:xfrm>
              <a:off x="2487613" y="2284413"/>
              <a:ext cx="85725" cy="533400"/>
            </a:xfrm>
            <a:custGeom>
              <a:avLst/>
              <a:gdLst/>
              <a:ahLst/>
              <a:cxnLst/>
              <a:rect l="l" t="t" r="r" b="b"/>
              <a:pathLst>
                <a:path w="22" h="136" extrusionOk="0">
                  <a:moveTo>
                    <a:pt x="22" y="136"/>
                  </a:moveTo>
                  <a:cubicBezTo>
                    <a:pt x="20" y="117"/>
                    <a:pt x="19" y="99"/>
                    <a:pt x="17" y="80"/>
                  </a:cubicBezTo>
                  <a:cubicBezTo>
                    <a:pt x="11" y="54"/>
                    <a:pt x="6" y="27"/>
                    <a:pt x="0" y="0"/>
                  </a:cubicBezTo>
                  <a:cubicBezTo>
                    <a:pt x="0" y="35"/>
                    <a:pt x="0" y="35"/>
                    <a:pt x="0" y="35"/>
                  </a:cubicBezTo>
                  <a:cubicBezTo>
                    <a:pt x="6" y="64"/>
                    <a:pt x="13" y="94"/>
                    <a:pt x="20" y="124"/>
                  </a:cubicBezTo>
                  <a:cubicBezTo>
                    <a:pt x="20" y="128"/>
                    <a:pt x="21" y="132"/>
                    <a:pt x="22" y="136"/>
                  </a:cubicBezTo>
                  <a:close/>
                </a:path>
              </a:pathLst>
            </a:custGeom>
            <a:solidFill>
              <a:schemeClr val="dk2">
                <a:alpha val="2000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 name="Google Shape;160;p17"/>
            <p:cNvSpPr/>
            <p:nvPr/>
          </p:nvSpPr>
          <p:spPr>
            <a:xfrm>
              <a:off x="2597151" y="2779713"/>
              <a:ext cx="550863" cy="1978025"/>
            </a:xfrm>
            <a:custGeom>
              <a:avLst/>
              <a:gdLst/>
              <a:ahLst/>
              <a:cxnLst/>
              <a:rect l="l" t="t" r="r" b="b"/>
              <a:pathLst>
                <a:path w="140" h="504" extrusionOk="0">
                  <a:moveTo>
                    <a:pt x="86" y="350"/>
                  </a:moveTo>
                  <a:cubicBezTo>
                    <a:pt x="103" y="402"/>
                    <a:pt x="120" y="453"/>
                    <a:pt x="139" y="504"/>
                  </a:cubicBezTo>
                  <a:cubicBezTo>
                    <a:pt x="139" y="495"/>
                    <a:pt x="139" y="487"/>
                    <a:pt x="140" y="478"/>
                  </a:cubicBezTo>
                  <a:cubicBezTo>
                    <a:pt x="124" y="435"/>
                    <a:pt x="109" y="391"/>
                    <a:pt x="95" y="347"/>
                  </a:cubicBezTo>
                  <a:cubicBezTo>
                    <a:pt x="58" y="233"/>
                    <a:pt x="27" y="117"/>
                    <a:pt x="0" y="0"/>
                  </a:cubicBezTo>
                  <a:cubicBezTo>
                    <a:pt x="2" y="20"/>
                    <a:pt x="4" y="41"/>
                    <a:pt x="6" y="61"/>
                  </a:cubicBezTo>
                  <a:cubicBezTo>
                    <a:pt x="30" y="158"/>
                    <a:pt x="56" y="255"/>
                    <a:pt x="86" y="350"/>
                  </a:cubicBezTo>
                  <a:close/>
                </a:path>
              </a:pathLst>
            </a:custGeom>
            <a:solidFill>
              <a:schemeClr val="dk2">
                <a:alpha val="2000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 name="Google Shape;161;p17"/>
            <p:cNvSpPr/>
            <p:nvPr/>
          </p:nvSpPr>
          <p:spPr>
            <a:xfrm>
              <a:off x="3175001" y="4730750"/>
              <a:ext cx="519113" cy="1209675"/>
            </a:xfrm>
            <a:custGeom>
              <a:avLst/>
              <a:gdLst/>
              <a:ahLst/>
              <a:cxnLst/>
              <a:rect l="l" t="t" r="r" b="b"/>
              <a:pathLst>
                <a:path w="132" h="308" extrusionOk="0">
                  <a:moveTo>
                    <a:pt x="8" y="22"/>
                  </a:moveTo>
                  <a:cubicBezTo>
                    <a:pt x="5" y="15"/>
                    <a:pt x="2" y="8"/>
                    <a:pt x="0" y="0"/>
                  </a:cubicBezTo>
                  <a:cubicBezTo>
                    <a:pt x="0" y="10"/>
                    <a:pt x="0" y="19"/>
                    <a:pt x="0" y="29"/>
                  </a:cubicBezTo>
                  <a:cubicBezTo>
                    <a:pt x="21" y="85"/>
                    <a:pt x="44" y="140"/>
                    <a:pt x="68" y="194"/>
                  </a:cubicBezTo>
                  <a:cubicBezTo>
                    <a:pt x="85" y="232"/>
                    <a:pt x="104" y="270"/>
                    <a:pt x="123" y="308"/>
                  </a:cubicBezTo>
                  <a:cubicBezTo>
                    <a:pt x="132" y="308"/>
                    <a:pt x="132" y="308"/>
                    <a:pt x="132" y="308"/>
                  </a:cubicBezTo>
                  <a:cubicBezTo>
                    <a:pt x="113" y="269"/>
                    <a:pt x="94" y="230"/>
                    <a:pt x="77" y="190"/>
                  </a:cubicBezTo>
                  <a:cubicBezTo>
                    <a:pt x="52" y="135"/>
                    <a:pt x="29" y="79"/>
                    <a:pt x="8" y="22"/>
                  </a:cubicBezTo>
                  <a:close/>
                </a:path>
              </a:pathLst>
            </a:custGeom>
            <a:solidFill>
              <a:schemeClr val="dk2">
                <a:alpha val="2000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 name="Google Shape;162;p17"/>
            <p:cNvSpPr/>
            <p:nvPr/>
          </p:nvSpPr>
          <p:spPr>
            <a:xfrm>
              <a:off x="3305176" y="5630863"/>
              <a:ext cx="146050" cy="309563"/>
            </a:xfrm>
            <a:custGeom>
              <a:avLst/>
              <a:gdLst/>
              <a:ahLst/>
              <a:cxnLst/>
              <a:rect l="l" t="t" r="r" b="b"/>
              <a:pathLst>
                <a:path w="37" h="79" extrusionOk="0">
                  <a:moveTo>
                    <a:pt x="28" y="79"/>
                  </a:moveTo>
                  <a:cubicBezTo>
                    <a:pt x="37" y="79"/>
                    <a:pt x="37" y="79"/>
                    <a:pt x="37" y="79"/>
                  </a:cubicBezTo>
                  <a:cubicBezTo>
                    <a:pt x="24" y="53"/>
                    <a:pt x="12" y="27"/>
                    <a:pt x="0" y="0"/>
                  </a:cubicBezTo>
                  <a:cubicBezTo>
                    <a:pt x="8" y="27"/>
                    <a:pt x="17" y="53"/>
                    <a:pt x="28" y="79"/>
                  </a:cubicBezTo>
                  <a:close/>
                </a:path>
              </a:pathLst>
            </a:custGeom>
            <a:solidFill>
              <a:schemeClr val="dk2">
                <a:alpha val="2000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 name="Google Shape;163;p17"/>
            <p:cNvSpPr/>
            <p:nvPr/>
          </p:nvSpPr>
          <p:spPr>
            <a:xfrm>
              <a:off x="2573338" y="2817813"/>
              <a:ext cx="700088" cy="2835274"/>
            </a:xfrm>
            <a:custGeom>
              <a:avLst/>
              <a:gdLst/>
              <a:ahLst/>
              <a:cxnLst/>
              <a:rect l="l" t="t" r="r" b="b"/>
              <a:pathLst>
                <a:path w="178" h="722" extrusionOk="0">
                  <a:moveTo>
                    <a:pt x="162" y="660"/>
                  </a:moveTo>
                  <a:cubicBezTo>
                    <a:pt x="145" y="618"/>
                    <a:pt x="130" y="576"/>
                    <a:pt x="116" y="534"/>
                  </a:cubicBezTo>
                  <a:cubicBezTo>
                    <a:pt x="84" y="437"/>
                    <a:pt x="59" y="337"/>
                    <a:pt x="40" y="236"/>
                  </a:cubicBezTo>
                  <a:cubicBezTo>
                    <a:pt x="29" y="175"/>
                    <a:pt x="20" y="113"/>
                    <a:pt x="12" y="51"/>
                  </a:cubicBezTo>
                  <a:cubicBezTo>
                    <a:pt x="8" y="34"/>
                    <a:pt x="4" y="17"/>
                    <a:pt x="0" y="0"/>
                  </a:cubicBezTo>
                  <a:cubicBezTo>
                    <a:pt x="8" y="79"/>
                    <a:pt x="19" y="159"/>
                    <a:pt x="33" y="237"/>
                  </a:cubicBezTo>
                  <a:cubicBezTo>
                    <a:pt x="51" y="339"/>
                    <a:pt x="76" y="439"/>
                    <a:pt x="107" y="537"/>
                  </a:cubicBezTo>
                  <a:cubicBezTo>
                    <a:pt x="123" y="586"/>
                    <a:pt x="141" y="634"/>
                    <a:pt x="160" y="681"/>
                  </a:cubicBezTo>
                  <a:cubicBezTo>
                    <a:pt x="166" y="695"/>
                    <a:pt x="172" y="708"/>
                    <a:pt x="178" y="722"/>
                  </a:cubicBezTo>
                  <a:cubicBezTo>
                    <a:pt x="176" y="717"/>
                    <a:pt x="175" y="713"/>
                    <a:pt x="174" y="708"/>
                  </a:cubicBezTo>
                  <a:cubicBezTo>
                    <a:pt x="169" y="692"/>
                    <a:pt x="165" y="676"/>
                    <a:pt x="162" y="660"/>
                  </a:cubicBezTo>
                  <a:close/>
                </a:path>
              </a:pathLst>
            </a:custGeom>
            <a:solidFill>
              <a:schemeClr val="dk2">
                <a:alpha val="2000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 name="Google Shape;164;p17"/>
            <p:cNvSpPr/>
            <p:nvPr/>
          </p:nvSpPr>
          <p:spPr>
            <a:xfrm>
              <a:off x="2506663" y="285750"/>
              <a:ext cx="90488" cy="2493963"/>
            </a:xfrm>
            <a:custGeom>
              <a:avLst/>
              <a:gdLst/>
              <a:ahLst/>
              <a:cxnLst/>
              <a:rect l="l" t="t" r="r" b="b"/>
              <a:pathLst>
                <a:path w="23" h="635" extrusionOk="0">
                  <a:moveTo>
                    <a:pt x="11" y="577"/>
                  </a:moveTo>
                  <a:cubicBezTo>
                    <a:pt x="12" y="581"/>
                    <a:pt x="12" y="585"/>
                    <a:pt x="12" y="589"/>
                  </a:cubicBezTo>
                  <a:cubicBezTo>
                    <a:pt x="15" y="603"/>
                    <a:pt x="19" y="617"/>
                    <a:pt x="22" y="632"/>
                  </a:cubicBezTo>
                  <a:cubicBezTo>
                    <a:pt x="22" y="633"/>
                    <a:pt x="22" y="634"/>
                    <a:pt x="23" y="635"/>
                  </a:cubicBezTo>
                  <a:cubicBezTo>
                    <a:pt x="21" y="615"/>
                    <a:pt x="19" y="596"/>
                    <a:pt x="17" y="576"/>
                  </a:cubicBezTo>
                  <a:cubicBezTo>
                    <a:pt x="9" y="474"/>
                    <a:pt x="5" y="372"/>
                    <a:pt x="5" y="269"/>
                  </a:cubicBezTo>
                  <a:cubicBezTo>
                    <a:pt x="6" y="179"/>
                    <a:pt x="9" y="90"/>
                    <a:pt x="15" y="0"/>
                  </a:cubicBezTo>
                  <a:cubicBezTo>
                    <a:pt x="12" y="0"/>
                    <a:pt x="12" y="0"/>
                    <a:pt x="12" y="0"/>
                  </a:cubicBezTo>
                  <a:cubicBezTo>
                    <a:pt x="5" y="89"/>
                    <a:pt x="2" y="179"/>
                    <a:pt x="1" y="269"/>
                  </a:cubicBezTo>
                  <a:cubicBezTo>
                    <a:pt x="0" y="372"/>
                    <a:pt x="3" y="474"/>
                    <a:pt x="11" y="577"/>
                  </a:cubicBezTo>
                  <a:close/>
                </a:path>
              </a:pathLst>
            </a:custGeom>
            <a:solidFill>
              <a:schemeClr val="dk2">
                <a:alpha val="2000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 name="Google Shape;165;p17"/>
            <p:cNvSpPr/>
            <p:nvPr/>
          </p:nvSpPr>
          <p:spPr>
            <a:xfrm>
              <a:off x="2554288" y="2598738"/>
              <a:ext cx="66675" cy="420688"/>
            </a:xfrm>
            <a:custGeom>
              <a:avLst/>
              <a:gdLst/>
              <a:ahLst/>
              <a:cxnLst/>
              <a:rect l="l" t="t" r="r" b="b"/>
              <a:pathLst>
                <a:path w="17" h="107" extrusionOk="0">
                  <a:moveTo>
                    <a:pt x="0" y="0"/>
                  </a:moveTo>
                  <a:cubicBezTo>
                    <a:pt x="2" y="19"/>
                    <a:pt x="3" y="37"/>
                    <a:pt x="5" y="56"/>
                  </a:cubicBezTo>
                  <a:cubicBezTo>
                    <a:pt x="9" y="73"/>
                    <a:pt x="13" y="90"/>
                    <a:pt x="17" y="107"/>
                  </a:cubicBezTo>
                  <a:cubicBezTo>
                    <a:pt x="15" y="87"/>
                    <a:pt x="13" y="66"/>
                    <a:pt x="11" y="46"/>
                  </a:cubicBezTo>
                  <a:cubicBezTo>
                    <a:pt x="10" y="45"/>
                    <a:pt x="10" y="44"/>
                    <a:pt x="10" y="43"/>
                  </a:cubicBezTo>
                  <a:cubicBezTo>
                    <a:pt x="7" y="28"/>
                    <a:pt x="3" y="14"/>
                    <a:pt x="0" y="0"/>
                  </a:cubicBezTo>
                  <a:close/>
                </a:path>
              </a:pathLst>
            </a:custGeom>
            <a:solidFill>
              <a:schemeClr val="dk2">
                <a:alpha val="2000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6" name="Google Shape;166;p17"/>
            <p:cNvSpPr/>
            <p:nvPr/>
          </p:nvSpPr>
          <p:spPr>
            <a:xfrm>
              <a:off x="3143251" y="4757738"/>
              <a:ext cx="161925" cy="873125"/>
            </a:xfrm>
            <a:custGeom>
              <a:avLst/>
              <a:gdLst/>
              <a:ahLst/>
              <a:cxnLst/>
              <a:rect l="l" t="t" r="r" b="b"/>
              <a:pathLst>
                <a:path w="41" h="222" extrusionOk="0">
                  <a:moveTo>
                    <a:pt x="0" y="0"/>
                  </a:moveTo>
                  <a:cubicBezTo>
                    <a:pt x="0" y="31"/>
                    <a:pt x="2" y="62"/>
                    <a:pt x="5" y="93"/>
                  </a:cubicBezTo>
                  <a:cubicBezTo>
                    <a:pt x="8" y="117"/>
                    <a:pt x="12" y="142"/>
                    <a:pt x="17" y="166"/>
                  </a:cubicBezTo>
                  <a:cubicBezTo>
                    <a:pt x="19" y="172"/>
                    <a:pt x="22" y="178"/>
                    <a:pt x="24" y="184"/>
                  </a:cubicBezTo>
                  <a:cubicBezTo>
                    <a:pt x="30" y="197"/>
                    <a:pt x="35" y="209"/>
                    <a:pt x="41" y="222"/>
                  </a:cubicBezTo>
                  <a:cubicBezTo>
                    <a:pt x="40" y="219"/>
                    <a:pt x="39" y="215"/>
                    <a:pt x="38" y="212"/>
                  </a:cubicBezTo>
                  <a:cubicBezTo>
                    <a:pt x="26" y="172"/>
                    <a:pt x="18" y="132"/>
                    <a:pt x="13" y="92"/>
                  </a:cubicBezTo>
                  <a:cubicBezTo>
                    <a:pt x="11" y="68"/>
                    <a:pt x="9" y="45"/>
                    <a:pt x="8" y="22"/>
                  </a:cubicBezTo>
                  <a:cubicBezTo>
                    <a:pt x="8" y="21"/>
                    <a:pt x="7" y="20"/>
                    <a:pt x="7" y="18"/>
                  </a:cubicBezTo>
                  <a:cubicBezTo>
                    <a:pt x="5" y="12"/>
                    <a:pt x="2" y="6"/>
                    <a:pt x="0" y="0"/>
                  </a:cubicBezTo>
                  <a:close/>
                </a:path>
              </a:pathLst>
            </a:custGeom>
            <a:solidFill>
              <a:schemeClr val="dk2">
                <a:alpha val="2000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 name="Google Shape;167;p17"/>
            <p:cNvSpPr/>
            <p:nvPr/>
          </p:nvSpPr>
          <p:spPr>
            <a:xfrm>
              <a:off x="3148013" y="1282700"/>
              <a:ext cx="1768475" cy="3448051"/>
            </a:xfrm>
            <a:custGeom>
              <a:avLst/>
              <a:gdLst/>
              <a:ahLst/>
              <a:cxnLst/>
              <a:rect l="l" t="t" r="r" b="b"/>
              <a:pathLst>
                <a:path w="450" h="878" extrusionOk="0">
                  <a:moveTo>
                    <a:pt x="7" y="854"/>
                  </a:moveTo>
                  <a:cubicBezTo>
                    <a:pt x="10" y="772"/>
                    <a:pt x="26" y="691"/>
                    <a:pt x="50" y="613"/>
                  </a:cubicBezTo>
                  <a:cubicBezTo>
                    <a:pt x="75" y="535"/>
                    <a:pt x="109" y="460"/>
                    <a:pt x="149" y="388"/>
                  </a:cubicBezTo>
                  <a:cubicBezTo>
                    <a:pt x="189" y="316"/>
                    <a:pt x="235" y="248"/>
                    <a:pt x="285" y="183"/>
                  </a:cubicBezTo>
                  <a:cubicBezTo>
                    <a:pt x="310" y="151"/>
                    <a:pt x="337" y="119"/>
                    <a:pt x="364" y="89"/>
                  </a:cubicBezTo>
                  <a:cubicBezTo>
                    <a:pt x="378" y="74"/>
                    <a:pt x="392" y="58"/>
                    <a:pt x="406" y="44"/>
                  </a:cubicBezTo>
                  <a:cubicBezTo>
                    <a:pt x="421" y="29"/>
                    <a:pt x="435" y="15"/>
                    <a:pt x="450" y="1"/>
                  </a:cubicBezTo>
                  <a:cubicBezTo>
                    <a:pt x="450" y="0"/>
                    <a:pt x="450" y="0"/>
                    <a:pt x="450" y="0"/>
                  </a:cubicBezTo>
                  <a:cubicBezTo>
                    <a:pt x="434" y="14"/>
                    <a:pt x="420" y="28"/>
                    <a:pt x="405" y="43"/>
                  </a:cubicBezTo>
                  <a:cubicBezTo>
                    <a:pt x="391" y="57"/>
                    <a:pt x="377" y="72"/>
                    <a:pt x="363" y="88"/>
                  </a:cubicBezTo>
                  <a:cubicBezTo>
                    <a:pt x="335" y="118"/>
                    <a:pt x="308" y="149"/>
                    <a:pt x="283" y="181"/>
                  </a:cubicBezTo>
                  <a:cubicBezTo>
                    <a:pt x="232" y="246"/>
                    <a:pt x="185" y="314"/>
                    <a:pt x="145" y="386"/>
                  </a:cubicBezTo>
                  <a:cubicBezTo>
                    <a:pt x="104" y="457"/>
                    <a:pt x="70" y="533"/>
                    <a:pt x="45" y="611"/>
                  </a:cubicBezTo>
                  <a:cubicBezTo>
                    <a:pt x="19" y="690"/>
                    <a:pt x="3" y="771"/>
                    <a:pt x="0" y="854"/>
                  </a:cubicBezTo>
                  <a:cubicBezTo>
                    <a:pt x="0" y="856"/>
                    <a:pt x="0" y="857"/>
                    <a:pt x="0" y="859"/>
                  </a:cubicBezTo>
                  <a:cubicBezTo>
                    <a:pt x="2" y="865"/>
                    <a:pt x="4" y="872"/>
                    <a:pt x="7" y="878"/>
                  </a:cubicBezTo>
                  <a:cubicBezTo>
                    <a:pt x="7" y="870"/>
                    <a:pt x="7" y="862"/>
                    <a:pt x="7" y="854"/>
                  </a:cubicBezTo>
                  <a:close/>
                </a:path>
              </a:pathLst>
            </a:custGeom>
            <a:solidFill>
              <a:schemeClr val="dk2">
                <a:alpha val="2000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8" name="Google Shape;168;p17"/>
            <p:cNvSpPr/>
            <p:nvPr/>
          </p:nvSpPr>
          <p:spPr>
            <a:xfrm>
              <a:off x="3273426" y="5653088"/>
              <a:ext cx="138113" cy="287338"/>
            </a:xfrm>
            <a:custGeom>
              <a:avLst/>
              <a:gdLst/>
              <a:ahLst/>
              <a:cxnLst/>
              <a:rect l="l" t="t" r="r" b="b"/>
              <a:pathLst>
                <a:path w="35" h="73" extrusionOk="0">
                  <a:moveTo>
                    <a:pt x="0" y="0"/>
                  </a:moveTo>
                  <a:cubicBezTo>
                    <a:pt x="7" y="24"/>
                    <a:pt x="16" y="49"/>
                    <a:pt x="26" y="73"/>
                  </a:cubicBezTo>
                  <a:cubicBezTo>
                    <a:pt x="35" y="73"/>
                    <a:pt x="35" y="73"/>
                    <a:pt x="35" y="73"/>
                  </a:cubicBezTo>
                  <a:cubicBezTo>
                    <a:pt x="23" y="49"/>
                    <a:pt x="11" y="24"/>
                    <a:pt x="0" y="0"/>
                  </a:cubicBezTo>
                  <a:close/>
                </a:path>
              </a:pathLst>
            </a:custGeom>
            <a:solidFill>
              <a:schemeClr val="dk2">
                <a:alpha val="2000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9" name="Google Shape;169;p17"/>
            <p:cNvSpPr/>
            <p:nvPr/>
          </p:nvSpPr>
          <p:spPr>
            <a:xfrm>
              <a:off x="3143251" y="4656138"/>
              <a:ext cx="31750" cy="188913"/>
            </a:xfrm>
            <a:custGeom>
              <a:avLst/>
              <a:gdLst/>
              <a:ahLst/>
              <a:cxnLst/>
              <a:rect l="l" t="t" r="r" b="b"/>
              <a:pathLst>
                <a:path w="8" h="48" extrusionOk="0">
                  <a:moveTo>
                    <a:pt x="7" y="44"/>
                  </a:moveTo>
                  <a:cubicBezTo>
                    <a:pt x="7" y="46"/>
                    <a:pt x="8" y="47"/>
                    <a:pt x="8" y="48"/>
                  </a:cubicBezTo>
                  <a:cubicBezTo>
                    <a:pt x="8" y="38"/>
                    <a:pt x="8" y="29"/>
                    <a:pt x="8" y="19"/>
                  </a:cubicBezTo>
                  <a:cubicBezTo>
                    <a:pt x="5" y="13"/>
                    <a:pt x="3" y="6"/>
                    <a:pt x="1" y="0"/>
                  </a:cubicBezTo>
                  <a:cubicBezTo>
                    <a:pt x="0" y="9"/>
                    <a:pt x="0" y="17"/>
                    <a:pt x="0" y="26"/>
                  </a:cubicBezTo>
                  <a:cubicBezTo>
                    <a:pt x="2" y="32"/>
                    <a:pt x="5" y="38"/>
                    <a:pt x="7" y="44"/>
                  </a:cubicBezTo>
                  <a:close/>
                </a:path>
              </a:pathLst>
            </a:custGeom>
            <a:solidFill>
              <a:schemeClr val="dk2">
                <a:alpha val="2000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0" name="Google Shape;170;p17"/>
            <p:cNvSpPr/>
            <p:nvPr/>
          </p:nvSpPr>
          <p:spPr>
            <a:xfrm>
              <a:off x="3211513" y="5410200"/>
              <a:ext cx="203200" cy="530225"/>
            </a:xfrm>
            <a:custGeom>
              <a:avLst/>
              <a:gdLst/>
              <a:ahLst/>
              <a:cxnLst/>
              <a:rect l="l" t="t" r="r" b="b"/>
              <a:pathLst>
                <a:path w="52" h="135" extrusionOk="0">
                  <a:moveTo>
                    <a:pt x="7" y="18"/>
                  </a:moveTo>
                  <a:cubicBezTo>
                    <a:pt x="5" y="12"/>
                    <a:pt x="2" y="6"/>
                    <a:pt x="0" y="0"/>
                  </a:cubicBezTo>
                  <a:cubicBezTo>
                    <a:pt x="3" y="16"/>
                    <a:pt x="7" y="32"/>
                    <a:pt x="12" y="48"/>
                  </a:cubicBezTo>
                  <a:cubicBezTo>
                    <a:pt x="13" y="53"/>
                    <a:pt x="14" y="57"/>
                    <a:pt x="16" y="62"/>
                  </a:cubicBezTo>
                  <a:cubicBezTo>
                    <a:pt x="27" y="86"/>
                    <a:pt x="39" y="111"/>
                    <a:pt x="51" y="135"/>
                  </a:cubicBezTo>
                  <a:cubicBezTo>
                    <a:pt x="52" y="135"/>
                    <a:pt x="52" y="135"/>
                    <a:pt x="52" y="135"/>
                  </a:cubicBezTo>
                  <a:cubicBezTo>
                    <a:pt x="41" y="109"/>
                    <a:pt x="32" y="83"/>
                    <a:pt x="24" y="56"/>
                  </a:cubicBezTo>
                  <a:cubicBezTo>
                    <a:pt x="18" y="43"/>
                    <a:pt x="13" y="31"/>
                    <a:pt x="7" y="18"/>
                  </a:cubicBezTo>
                  <a:close/>
                </a:path>
              </a:pathLst>
            </a:custGeom>
            <a:solidFill>
              <a:schemeClr val="dk2">
                <a:alpha val="2000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71" name="Google Shape;171;p17"/>
          <p:cNvGrpSpPr/>
          <p:nvPr/>
        </p:nvGrpSpPr>
        <p:grpSpPr>
          <a:xfrm>
            <a:off x="27048" y="152"/>
            <a:ext cx="2356623" cy="6852948"/>
            <a:chOff x="6627813" y="195610"/>
            <a:chExt cx="1952625" cy="5678141"/>
          </a:xfrm>
        </p:grpSpPr>
        <p:sp>
          <p:nvSpPr>
            <p:cNvPr id="172" name="Google Shape;172;p17"/>
            <p:cNvSpPr/>
            <p:nvPr/>
          </p:nvSpPr>
          <p:spPr>
            <a:xfrm>
              <a:off x="6627813" y="195610"/>
              <a:ext cx="409575" cy="3646489"/>
            </a:xfrm>
            <a:custGeom>
              <a:avLst/>
              <a:gdLst/>
              <a:ahLst/>
              <a:cxnLst/>
              <a:rect l="l" t="t" r="r" b="b"/>
              <a:pathLst>
                <a:path w="103" h="920" extrusionOk="0">
                  <a:moveTo>
                    <a:pt x="7" y="210"/>
                  </a:moveTo>
                  <a:cubicBezTo>
                    <a:pt x="11" y="288"/>
                    <a:pt x="17" y="367"/>
                    <a:pt x="26" y="445"/>
                  </a:cubicBezTo>
                  <a:cubicBezTo>
                    <a:pt x="34" y="523"/>
                    <a:pt x="44" y="601"/>
                    <a:pt x="57" y="679"/>
                  </a:cubicBezTo>
                  <a:cubicBezTo>
                    <a:pt x="69" y="757"/>
                    <a:pt x="84" y="834"/>
                    <a:pt x="101" y="911"/>
                  </a:cubicBezTo>
                  <a:cubicBezTo>
                    <a:pt x="102" y="914"/>
                    <a:pt x="103" y="917"/>
                    <a:pt x="103" y="920"/>
                  </a:cubicBezTo>
                  <a:cubicBezTo>
                    <a:pt x="102" y="905"/>
                    <a:pt x="100" y="889"/>
                    <a:pt x="99" y="874"/>
                  </a:cubicBezTo>
                  <a:cubicBezTo>
                    <a:pt x="99" y="871"/>
                    <a:pt x="99" y="868"/>
                    <a:pt x="99" y="866"/>
                  </a:cubicBezTo>
                  <a:cubicBezTo>
                    <a:pt x="85" y="803"/>
                    <a:pt x="73" y="741"/>
                    <a:pt x="63" y="678"/>
                  </a:cubicBezTo>
                  <a:cubicBezTo>
                    <a:pt x="50" y="600"/>
                    <a:pt x="39" y="523"/>
                    <a:pt x="30" y="444"/>
                  </a:cubicBezTo>
                  <a:cubicBezTo>
                    <a:pt x="21" y="366"/>
                    <a:pt x="14" y="288"/>
                    <a:pt x="9" y="209"/>
                  </a:cubicBezTo>
                  <a:cubicBezTo>
                    <a:pt x="7" y="170"/>
                    <a:pt x="5" y="131"/>
                    <a:pt x="3" y="92"/>
                  </a:cubicBezTo>
                  <a:cubicBezTo>
                    <a:pt x="2" y="61"/>
                    <a:pt x="1" y="31"/>
                    <a:pt x="1" y="0"/>
                  </a:cubicBezTo>
                  <a:cubicBezTo>
                    <a:pt x="0" y="0"/>
                    <a:pt x="0" y="0"/>
                    <a:pt x="0" y="0"/>
                  </a:cubicBezTo>
                  <a:cubicBezTo>
                    <a:pt x="0" y="31"/>
                    <a:pt x="1" y="61"/>
                    <a:pt x="1" y="92"/>
                  </a:cubicBezTo>
                  <a:cubicBezTo>
                    <a:pt x="3" y="131"/>
                    <a:pt x="4" y="170"/>
                    <a:pt x="7" y="21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 name="Google Shape;173;p17"/>
            <p:cNvSpPr/>
            <p:nvPr/>
          </p:nvSpPr>
          <p:spPr>
            <a:xfrm>
              <a:off x="7061201" y="3771900"/>
              <a:ext cx="350838" cy="1309688"/>
            </a:xfrm>
            <a:custGeom>
              <a:avLst/>
              <a:gdLst/>
              <a:ahLst/>
              <a:cxnLst/>
              <a:rect l="l" t="t" r="r" b="b"/>
              <a:pathLst>
                <a:path w="88" h="330" extrusionOk="0">
                  <a:moveTo>
                    <a:pt x="53" y="229"/>
                  </a:moveTo>
                  <a:cubicBezTo>
                    <a:pt x="64" y="263"/>
                    <a:pt x="75" y="297"/>
                    <a:pt x="88" y="330"/>
                  </a:cubicBezTo>
                  <a:cubicBezTo>
                    <a:pt x="88" y="323"/>
                    <a:pt x="88" y="315"/>
                    <a:pt x="88" y="308"/>
                  </a:cubicBezTo>
                  <a:cubicBezTo>
                    <a:pt x="88" y="307"/>
                    <a:pt x="88" y="305"/>
                    <a:pt x="88" y="304"/>
                  </a:cubicBezTo>
                  <a:cubicBezTo>
                    <a:pt x="79" y="278"/>
                    <a:pt x="70" y="252"/>
                    <a:pt x="62" y="226"/>
                  </a:cubicBezTo>
                  <a:cubicBezTo>
                    <a:pt x="38" y="152"/>
                    <a:pt x="17" y="76"/>
                    <a:pt x="0" y="0"/>
                  </a:cubicBezTo>
                  <a:cubicBezTo>
                    <a:pt x="2" y="21"/>
                    <a:pt x="4" y="42"/>
                    <a:pt x="7" y="63"/>
                  </a:cubicBezTo>
                  <a:cubicBezTo>
                    <a:pt x="21" y="119"/>
                    <a:pt x="36" y="174"/>
                    <a:pt x="53" y="229"/>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 name="Google Shape;174;p17"/>
            <p:cNvSpPr/>
            <p:nvPr/>
          </p:nvSpPr>
          <p:spPr>
            <a:xfrm>
              <a:off x="7439026" y="5053013"/>
              <a:ext cx="357188" cy="820738"/>
            </a:xfrm>
            <a:custGeom>
              <a:avLst/>
              <a:gdLst/>
              <a:ahLst/>
              <a:cxnLst/>
              <a:rect l="l" t="t" r="r" b="b"/>
              <a:pathLst>
                <a:path w="90" h="207" extrusionOk="0">
                  <a:moveTo>
                    <a:pt x="6" y="15"/>
                  </a:moveTo>
                  <a:cubicBezTo>
                    <a:pt x="4" y="10"/>
                    <a:pt x="2" y="5"/>
                    <a:pt x="0" y="0"/>
                  </a:cubicBezTo>
                  <a:cubicBezTo>
                    <a:pt x="0" y="9"/>
                    <a:pt x="0" y="19"/>
                    <a:pt x="1" y="29"/>
                  </a:cubicBezTo>
                  <a:cubicBezTo>
                    <a:pt x="14" y="62"/>
                    <a:pt x="27" y="95"/>
                    <a:pt x="42" y="127"/>
                  </a:cubicBezTo>
                  <a:cubicBezTo>
                    <a:pt x="54" y="154"/>
                    <a:pt x="67" y="181"/>
                    <a:pt x="80" y="207"/>
                  </a:cubicBezTo>
                  <a:cubicBezTo>
                    <a:pt x="90" y="207"/>
                    <a:pt x="90" y="207"/>
                    <a:pt x="90" y="207"/>
                  </a:cubicBezTo>
                  <a:cubicBezTo>
                    <a:pt x="76" y="180"/>
                    <a:pt x="63" y="152"/>
                    <a:pt x="50" y="123"/>
                  </a:cubicBezTo>
                  <a:cubicBezTo>
                    <a:pt x="34" y="88"/>
                    <a:pt x="20" y="51"/>
                    <a:pt x="6" y="15"/>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 name="Google Shape;175;p17"/>
            <p:cNvSpPr/>
            <p:nvPr/>
          </p:nvSpPr>
          <p:spPr>
            <a:xfrm>
              <a:off x="7037388" y="3811588"/>
              <a:ext cx="457200" cy="1852614"/>
            </a:xfrm>
            <a:custGeom>
              <a:avLst/>
              <a:gdLst/>
              <a:ahLst/>
              <a:cxnLst/>
              <a:rect l="l" t="t" r="r" b="b"/>
              <a:pathLst>
                <a:path w="115" h="467" extrusionOk="0">
                  <a:moveTo>
                    <a:pt x="101" y="409"/>
                  </a:moveTo>
                  <a:cubicBezTo>
                    <a:pt x="93" y="388"/>
                    <a:pt x="85" y="366"/>
                    <a:pt x="78" y="344"/>
                  </a:cubicBezTo>
                  <a:cubicBezTo>
                    <a:pt x="57" y="281"/>
                    <a:pt x="41" y="216"/>
                    <a:pt x="29" y="151"/>
                  </a:cubicBezTo>
                  <a:cubicBezTo>
                    <a:pt x="22" y="119"/>
                    <a:pt x="17" y="86"/>
                    <a:pt x="13" y="53"/>
                  </a:cubicBezTo>
                  <a:cubicBezTo>
                    <a:pt x="9" y="35"/>
                    <a:pt x="4" y="18"/>
                    <a:pt x="0" y="0"/>
                  </a:cubicBezTo>
                  <a:cubicBezTo>
                    <a:pt x="5" y="51"/>
                    <a:pt x="12" y="102"/>
                    <a:pt x="21" y="152"/>
                  </a:cubicBezTo>
                  <a:cubicBezTo>
                    <a:pt x="33" y="218"/>
                    <a:pt x="49" y="283"/>
                    <a:pt x="69" y="347"/>
                  </a:cubicBezTo>
                  <a:cubicBezTo>
                    <a:pt x="79" y="378"/>
                    <a:pt x="90" y="410"/>
                    <a:pt x="103" y="441"/>
                  </a:cubicBezTo>
                  <a:cubicBezTo>
                    <a:pt x="107" y="449"/>
                    <a:pt x="111" y="458"/>
                    <a:pt x="115" y="467"/>
                  </a:cubicBezTo>
                  <a:cubicBezTo>
                    <a:pt x="114" y="464"/>
                    <a:pt x="113" y="461"/>
                    <a:pt x="112" y="458"/>
                  </a:cubicBezTo>
                  <a:cubicBezTo>
                    <a:pt x="108" y="442"/>
                    <a:pt x="104" y="425"/>
                    <a:pt x="101" y="409"/>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 name="Google Shape;176;p17"/>
            <p:cNvSpPr/>
            <p:nvPr/>
          </p:nvSpPr>
          <p:spPr>
            <a:xfrm>
              <a:off x="6992938" y="1263650"/>
              <a:ext cx="144463" cy="2508250"/>
            </a:xfrm>
            <a:custGeom>
              <a:avLst/>
              <a:gdLst/>
              <a:ahLst/>
              <a:cxnLst/>
              <a:rect l="l" t="t" r="r" b="b"/>
              <a:pathLst>
                <a:path w="36" h="633" extrusionOk="0">
                  <a:moveTo>
                    <a:pt x="17" y="633"/>
                  </a:moveTo>
                  <a:cubicBezTo>
                    <a:pt x="15" y="621"/>
                    <a:pt x="14" y="609"/>
                    <a:pt x="13" y="597"/>
                  </a:cubicBezTo>
                  <a:cubicBezTo>
                    <a:pt x="8" y="530"/>
                    <a:pt x="5" y="464"/>
                    <a:pt x="5" y="398"/>
                  </a:cubicBezTo>
                  <a:cubicBezTo>
                    <a:pt x="5" y="331"/>
                    <a:pt x="8" y="265"/>
                    <a:pt x="13" y="198"/>
                  </a:cubicBezTo>
                  <a:cubicBezTo>
                    <a:pt x="15" y="165"/>
                    <a:pt x="18" y="132"/>
                    <a:pt x="22" y="99"/>
                  </a:cubicBezTo>
                  <a:cubicBezTo>
                    <a:pt x="26" y="66"/>
                    <a:pt x="30" y="33"/>
                    <a:pt x="36" y="0"/>
                  </a:cubicBezTo>
                  <a:cubicBezTo>
                    <a:pt x="35" y="0"/>
                    <a:pt x="35" y="0"/>
                    <a:pt x="35" y="0"/>
                  </a:cubicBezTo>
                  <a:cubicBezTo>
                    <a:pt x="29" y="33"/>
                    <a:pt x="24" y="66"/>
                    <a:pt x="20" y="99"/>
                  </a:cubicBezTo>
                  <a:cubicBezTo>
                    <a:pt x="16" y="132"/>
                    <a:pt x="13" y="165"/>
                    <a:pt x="10" y="198"/>
                  </a:cubicBezTo>
                  <a:cubicBezTo>
                    <a:pt x="4" y="264"/>
                    <a:pt x="1" y="331"/>
                    <a:pt x="1" y="398"/>
                  </a:cubicBezTo>
                  <a:cubicBezTo>
                    <a:pt x="0" y="461"/>
                    <a:pt x="2" y="525"/>
                    <a:pt x="7" y="589"/>
                  </a:cubicBezTo>
                  <a:cubicBezTo>
                    <a:pt x="10" y="603"/>
                    <a:pt x="13" y="618"/>
                    <a:pt x="16" y="632"/>
                  </a:cubicBezTo>
                  <a:cubicBezTo>
                    <a:pt x="16" y="632"/>
                    <a:pt x="17" y="633"/>
                    <a:pt x="17" y="633"/>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7" name="Google Shape;177;p17"/>
            <p:cNvSpPr/>
            <p:nvPr/>
          </p:nvSpPr>
          <p:spPr>
            <a:xfrm>
              <a:off x="7526338" y="5640388"/>
              <a:ext cx="111125" cy="233363"/>
            </a:xfrm>
            <a:custGeom>
              <a:avLst/>
              <a:gdLst/>
              <a:ahLst/>
              <a:cxnLst/>
              <a:rect l="l" t="t" r="r" b="b"/>
              <a:pathLst>
                <a:path w="28" h="59" extrusionOk="0">
                  <a:moveTo>
                    <a:pt x="22" y="59"/>
                  </a:moveTo>
                  <a:cubicBezTo>
                    <a:pt x="28" y="59"/>
                    <a:pt x="28" y="59"/>
                    <a:pt x="28" y="59"/>
                  </a:cubicBezTo>
                  <a:cubicBezTo>
                    <a:pt x="18" y="40"/>
                    <a:pt x="9" y="20"/>
                    <a:pt x="0" y="0"/>
                  </a:cubicBezTo>
                  <a:cubicBezTo>
                    <a:pt x="6" y="20"/>
                    <a:pt x="13" y="40"/>
                    <a:pt x="22" y="59"/>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8" name="Google Shape;178;p17"/>
            <p:cNvSpPr/>
            <p:nvPr/>
          </p:nvSpPr>
          <p:spPr>
            <a:xfrm>
              <a:off x="7021513" y="3598863"/>
              <a:ext cx="68263" cy="423863"/>
            </a:xfrm>
            <a:custGeom>
              <a:avLst/>
              <a:gdLst/>
              <a:ahLst/>
              <a:cxnLst/>
              <a:rect l="l" t="t" r="r" b="b"/>
              <a:pathLst>
                <a:path w="17" h="107" extrusionOk="0">
                  <a:moveTo>
                    <a:pt x="4" y="54"/>
                  </a:moveTo>
                  <a:cubicBezTo>
                    <a:pt x="8" y="72"/>
                    <a:pt x="13" y="89"/>
                    <a:pt x="17" y="107"/>
                  </a:cubicBezTo>
                  <a:cubicBezTo>
                    <a:pt x="14" y="86"/>
                    <a:pt x="12" y="65"/>
                    <a:pt x="10" y="44"/>
                  </a:cubicBezTo>
                  <a:cubicBezTo>
                    <a:pt x="10" y="44"/>
                    <a:pt x="9" y="43"/>
                    <a:pt x="9" y="43"/>
                  </a:cubicBezTo>
                  <a:cubicBezTo>
                    <a:pt x="6" y="29"/>
                    <a:pt x="3" y="14"/>
                    <a:pt x="0" y="0"/>
                  </a:cubicBezTo>
                  <a:cubicBezTo>
                    <a:pt x="0" y="2"/>
                    <a:pt x="0" y="5"/>
                    <a:pt x="0" y="8"/>
                  </a:cubicBezTo>
                  <a:cubicBezTo>
                    <a:pt x="1" y="23"/>
                    <a:pt x="3" y="39"/>
                    <a:pt x="4" y="54"/>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9" name="Google Shape;179;p17"/>
            <p:cNvSpPr/>
            <p:nvPr/>
          </p:nvSpPr>
          <p:spPr>
            <a:xfrm>
              <a:off x="7412038" y="2801938"/>
              <a:ext cx="1168400" cy="2251075"/>
            </a:xfrm>
            <a:custGeom>
              <a:avLst/>
              <a:gdLst/>
              <a:ahLst/>
              <a:cxnLst/>
              <a:rect l="l" t="t" r="r" b="b"/>
              <a:pathLst>
                <a:path w="294" h="568" extrusionOk="0">
                  <a:moveTo>
                    <a:pt x="8" y="553"/>
                  </a:moveTo>
                  <a:cubicBezTo>
                    <a:pt x="9" y="501"/>
                    <a:pt x="19" y="448"/>
                    <a:pt x="35" y="397"/>
                  </a:cubicBezTo>
                  <a:cubicBezTo>
                    <a:pt x="51" y="347"/>
                    <a:pt x="73" y="298"/>
                    <a:pt x="99" y="252"/>
                  </a:cubicBezTo>
                  <a:cubicBezTo>
                    <a:pt x="124" y="205"/>
                    <a:pt x="154" y="161"/>
                    <a:pt x="187" y="119"/>
                  </a:cubicBezTo>
                  <a:cubicBezTo>
                    <a:pt x="203" y="98"/>
                    <a:pt x="220" y="77"/>
                    <a:pt x="238" y="58"/>
                  </a:cubicBezTo>
                  <a:cubicBezTo>
                    <a:pt x="247" y="48"/>
                    <a:pt x="256" y="38"/>
                    <a:pt x="265" y="28"/>
                  </a:cubicBezTo>
                  <a:cubicBezTo>
                    <a:pt x="274" y="19"/>
                    <a:pt x="284" y="9"/>
                    <a:pt x="294" y="0"/>
                  </a:cubicBezTo>
                  <a:cubicBezTo>
                    <a:pt x="293" y="0"/>
                    <a:pt x="293" y="0"/>
                    <a:pt x="293" y="0"/>
                  </a:cubicBezTo>
                  <a:cubicBezTo>
                    <a:pt x="283" y="9"/>
                    <a:pt x="273" y="18"/>
                    <a:pt x="264" y="27"/>
                  </a:cubicBezTo>
                  <a:cubicBezTo>
                    <a:pt x="255" y="37"/>
                    <a:pt x="246" y="47"/>
                    <a:pt x="237" y="56"/>
                  </a:cubicBezTo>
                  <a:cubicBezTo>
                    <a:pt x="218" y="76"/>
                    <a:pt x="201" y="96"/>
                    <a:pt x="185" y="117"/>
                  </a:cubicBezTo>
                  <a:cubicBezTo>
                    <a:pt x="151" y="159"/>
                    <a:pt x="121" y="203"/>
                    <a:pt x="95" y="249"/>
                  </a:cubicBezTo>
                  <a:cubicBezTo>
                    <a:pt x="68" y="296"/>
                    <a:pt x="46" y="345"/>
                    <a:pt x="30" y="396"/>
                  </a:cubicBezTo>
                  <a:cubicBezTo>
                    <a:pt x="13" y="445"/>
                    <a:pt x="3" y="497"/>
                    <a:pt x="0" y="549"/>
                  </a:cubicBezTo>
                  <a:cubicBezTo>
                    <a:pt x="3" y="555"/>
                    <a:pt x="5" y="561"/>
                    <a:pt x="7" y="568"/>
                  </a:cubicBezTo>
                  <a:cubicBezTo>
                    <a:pt x="7" y="563"/>
                    <a:pt x="7" y="558"/>
                    <a:pt x="8" y="553"/>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0" name="Google Shape;180;p17"/>
            <p:cNvSpPr/>
            <p:nvPr/>
          </p:nvSpPr>
          <p:spPr>
            <a:xfrm>
              <a:off x="7494588" y="5664200"/>
              <a:ext cx="100013" cy="209550"/>
            </a:xfrm>
            <a:custGeom>
              <a:avLst/>
              <a:gdLst/>
              <a:ahLst/>
              <a:cxnLst/>
              <a:rect l="l" t="t" r="r" b="b"/>
              <a:pathLst>
                <a:path w="25" h="53" extrusionOk="0">
                  <a:moveTo>
                    <a:pt x="0" y="0"/>
                  </a:moveTo>
                  <a:cubicBezTo>
                    <a:pt x="5" y="18"/>
                    <a:pt x="12" y="36"/>
                    <a:pt x="19" y="53"/>
                  </a:cubicBezTo>
                  <a:cubicBezTo>
                    <a:pt x="25" y="53"/>
                    <a:pt x="25" y="53"/>
                    <a:pt x="25" y="53"/>
                  </a:cubicBezTo>
                  <a:cubicBezTo>
                    <a:pt x="16" y="36"/>
                    <a:pt x="8" y="18"/>
                    <a:pt x="0"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1" name="Google Shape;181;p17"/>
            <p:cNvSpPr/>
            <p:nvPr/>
          </p:nvSpPr>
          <p:spPr>
            <a:xfrm>
              <a:off x="7412038" y="5081588"/>
              <a:ext cx="114300" cy="558800"/>
            </a:xfrm>
            <a:custGeom>
              <a:avLst/>
              <a:gdLst/>
              <a:ahLst/>
              <a:cxnLst/>
              <a:rect l="l" t="t" r="r" b="b"/>
              <a:pathLst>
                <a:path w="29" h="141" extrusionOk="0">
                  <a:moveTo>
                    <a:pt x="0" y="0"/>
                  </a:moveTo>
                  <a:cubicBezTo>
                    <a:pt x="0" y="30"/>
                    <a:pt x="2" y="60"/>
                    <a:pt x="7" y="89"/>
                  </a:cubicBezTo>
                  <a:cubicBezTo>
                    <a:pt x="11" y="98"/>
                    <a:pt x="14" y="108"/>
                    <a:pt x="18" y="117"/>
                  </a:cubicBezTo>
                  <a:cubicBezTo>
                    <a:pt x="22" y="125"/>
                    <a:pt x="25" y="133"/>
                    <a:pt x="29" y="141"/>
                  </a:cubicBezTo>
                  <a:cubicBezTo>
                    <a:pt x="28" y="139"/>
                    <a:pt x="28" y="137"/>
                    <a:pt x="27" y="135"/>
                  </a:cubicBezTo>
                  <a:cubicBezTo>
                    <a:pt x="16" y="98"/>
                    <a:pt x="10" y="60"/>
                    <a:pt x="8" y="22"/>
                  </a:cubicBezTo>
                  <a:cubicBezTo>
                    <a:pt x="7" y="18"/>
                    <a:pt x="5" y="15"/>
                    <a:pt x="4" y="11"/>
                  </a:cubicBezTo>
                  <a:cubicBezTo>
                    <a:pt x="2" y="7"/>
                    <a:pt x="1" y="3"/>
                    <a:pt x="0"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2" name="Google Shape;182;p17"/>
            <p:cNvSpPr/>
            <p:nvPr/>
          </p:nvSpPr>
          <p:spPr>
            <a:xfrm>
              <a:off x="7412038" y="4978400"/>
              <a:ext cx="31750" cy="188913"/>
            </a:xfrm>
            <a:custGeom>
              <a:avLst/>
              <a:gdLst/>
              <a:ahLst/>
              <a:cxnLst/>
              <a:rect l="l" t="t" r="r" b="b"/>
              <a:pathLst>
                <a:path w="8" h="48" extrusionOk="0">
                  <a:moveTo>
                    <a:pt x="0" y="26"/>
                  </a:moveTo>
                  <a:cubicBezTo>
                    <a:pt x="1" y="29"/>
                    <a:pt x="2" y="33"/>
                    <a:pt x="4" y="37"/>
                  </a:cubicBezTo>
                  <a:cubicBezTo>
                    <a:pt x="5" y="41"/>
                    <a:pt x="7" y="44"/>
                    <a:pt x="8" y="48"/>
                  </a:cubicBezTo>
                  <a:cubicBezTo>
                    <a:pt x="7" y="38"/>
                    <a:pt x="7" y="28"/>
                    <a:pt x="7" y="19"/>
                  </a:cubicBezTo>
                  <a:cubicBezTo>
                    <a:pt x="5" y="12"/>
                    <a:pt x="3" y="6"/>
                    <a:pt x="0" y="0"/>
                  </a:cubicBezTo>
                  <a:cubicBezTo>
                    <a:pt x="0" y="1"/>
                    <a:pt x="0" y="3"/>
                    <a:pt x="0" y="4"/>
                  </a:cubicBezTo>
                  <a:cubicBezTo>
                    <a:pt x="0" y="11"/>
                    <a:pt x="0" y="19"/>
                    <a:pt x="0" y="26"/>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3" name="Google Shape;183;p17"/>
            <p:cNvSpPr/>
            <p:nvPr/>
          </p:nvSpPr>
          <p:spPr>
            <a:xfrm>
              <a:off x="7439026" y="5434013"/>
              <a:ext cx="174625" cy="439738"/>
            </a:xfrm>
            <a:custGeom>
              <a:avLst/>
              <a:gdLst/>
              <a:ahLst/>
              <a:cxnLst/>
              <a:rect l="l" t="t" r="r" b="b"/>
              <a:pathLst>
                <a:path w="44" h="111" extrusionOk="0">
                  <a:moveTo>
                    <a:pt x="11" y="28"/>
                  </a:moveTo>
                  <a:cubicBezTo>
                    <a:pt x="7" y="19"/>
                    <a:pt x="4" y="9"/>
                    <a:pt x="0" y="0"/>
                  </a:cubicBezTo>
                  <a:cubicBezTo>
                    <a:pt x="3" y="16"/>
                    <a:pt x="7" y="33"/>
                    <a:pt x="11" y="49"/>
                  </a:cubicBezTo>
                  <a:cubicBezTo>
                    <a:pt x="12" y="52"/>
                    <a:pt x="13" y="55"/>
                    <a:pt x="14" y="58"/>
                  </a:cubicBezTo>
                  <a:cubicBezTo>
                    <a:pt x="22" y="76"/>
                    <a:pt x="30" y="94"/>
                    <a:pt x="39" y="111"/>
                  </a:cubicBezTo>
                  <a:cubicBezTo>
                    <a:pt x="44" y="111"/>
                    <a:pt x="44" y="111"/>
                    <a:pt x="44" y="111"/>
                  </a:cubicBezTo>
                  <a:cubicBezTo>
                    <a:pt x="35" y="92"/>
                    <a:pt x="28" y="72"/>
                    <a:pt x="22" y="52"/>
                  </a:cubicBezTo>
                  <a:cubicBezTo>
                    <a:pt x="18" y="44"/>
                    <a:pt x="15" y="36"/>
                    <a:pt x="11" y="28"/>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84" name="Google Shape;184;p17"/>
          <p:cNvSpPr/>
          <p:nvPr/>
        </p:nvSpPr>
        <p:spPr>
          <a:xfrm>
            <a:off x="0" y="0"/>
            <a:ext cx="183000" cy="6858000"/>
          </a:xfrm>
          <a:prstGeom prst="rect">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5" name="Google Shape;185;p17"/>
          <p:cNvSpPr txBox="1">
            <a:spLocks noGrp="1"/>
          </p:cNvSpPr>
          <p:nvPr>
            <p:ph type="title"/>
          </p:nvPr>
        </p:nvSpPr>
        <p:spPr>
          <a:xfrm>
            <a:off x="2592924" y="624110"/>
            <a:ext cx="8911800" cy="1281000"/>
          </a:xfrm>
          <a:prstGeom prst="rect">
            <a:avLst/>
          </a:prstGeom>
          <a:noFill/>
          <a:ln>
            <a:noFill/>
          </a:ln>
        </p:spPr>
        <p:txBody>
          <a:bodyPr spcFirstLastPara="1" wrap="square" lIns="91425" tIns="45700" rIns="91425" bIns="45700" anchor="t" anchorCtr="0">
            <a:normAutofit/>
          </a:bodyPr>
          <a:lstStyle>
            <a:lvl1pPr marR="0" lvl="0" algn="l">
              <a:spcBef>
                <a:spcPts val="0"/>
              </a:spcBef>
              <a:spcAft>
                <a:spcPts val="0"/>
              </a:spcAft>
              <a:buClr>
                <a:srgbClr val="168DBA"/>
              </a:buClr>
              <a:buSzPts val="3600"/>
              <a:buFont typeface="Century Gothic"/>
              <a:buNone/>
              <a:defRPr sz="3600" b="0" i="0" u="none" strike="noStrike" cap="none">
                <a:solidFill>
                  <a:srgbClr val="168DBA"/>
                </a:solidFill>
                <a:latin typeface="Century Gothic"/>
                <a:ea typeface="Century Gothic"/>
                <a:cs typeface="Century Gothic"/>
                <a:sym typeface="Century Gothic"/>
              </a:defRPr>
            </a:lvl1pPr>
            <a:lvl2pPr marR="0" lvl="1" algn="l">
              <a:spcBef>
                <a:spcPts val="0"/>
              </a:spcBef>
              <a:spcAft>
                <a:spcPts val="0"/>
              </a:spcAft>
              <a:buSzPts val="1400"/>
              <a:buNone/>
              <a:defRPr sz="1800" b="0" i="0" u="none" strike="noStrike" cap="none">
                <a:solidFill>
                  <a:schemeClr val="dk2"/>
                </a:solidFill>
              </a:defRPr>
            </a:lvl2pPr>
            <a:lvl3pPr marR="0" lvl="2" algn="l">
              <a:spcBef>
                <a:spcPts val="0"/>
              </a:spcBef>
              <a:spcAft>
                <a:spcPts val="0"/>
              </a:spcAft>
              <a:buSzPts val="1400"/>
              <a:buNone/>
              <a:defRPr sz="1800" b="0" i="0" u="none" strike="noStrike" cap="none">
                <a:solidFill>
                  <a:schemeClr val="dk2"/>
                </a:solidFill>
              </a:defRPr>
            </a:lvl3pPr>
            <a:lvl4pPr marR="0" lvl="3" algn="l">
              <a:spcBef>
                <a:spcPts val="0"/>
              </a:spcBef>
              <a:spcAft>
                <a:spcPts val="0"/>
              </a:spcAft>
              <a:buSzPts val="1400"/>
              <a:buNone/>
              <a:defRPr sz="1800" b="0" i="0" u="none" strike="noStrike" cap="none">
                <a:solidFill>
                  <a:schemeClr val="dk2"/>
                </a:solidFill>
              </a:defRPr>
            </a:lvl4pPr>
            <a:lvl5pPr marR="0" lvl="4" algn="l">
              <a:spcBef>
                <a:spcPts val="0"/>
              </a:spcBef>
              <a:spcAft>
                <a:spcPts val="0"/>
              </a:spcAft>
              <a:buSzPts val="1400"/>
              <a:buNone/>
              <a:defRPr sz="1800" b="0" i="0" u="none" strike="noStrike" cap="none">
                <a:solidFill>
                  <a:schemeClr val="dk2"/>
                </a:solidFill>
              </a:defRPr>
            </a:lvl5pPr>
            <a:lvl6pPr marR="0" lvl="5" algn="l">
              <a:spcBef>
                <a:spcPts val="0"/>
              </a:spcBef>
              <a:spcAft>
                <a:spcPts val="0"/>
              </a:spcAft>
              <a:buSzPts val="1400"/>
              <a:buNone/>
              <a:defRPr sz="1800" b="0" i="0" u="none" strike="noStrike" cap="none">
                <a:solidFill>
                  <a:schemeClr val="dk2"/>
                </a:solidFill>
              </a:defRPr>
            </a:lvl6pPr>
            <a:lvl7pPr marR="0" lvl="6" algn="l">
              <a:spcBef>
                <a:spcPts val="0"/>
              </a:spcBef>
              <a:spcAft>
                <a:spcPts val="0"/>
              </a:spcAft>
              <a:buSzPts val="1400"/>
              <a:buNone/>
              <a:defRPr sz="1800" b="0" i="0" u="none" strike="noStrike" cap="none">
                <a:solidFill>
                  <a:schemeClr val="dk2"/>
                </a:solidFill>
              </a:defRPr>
            </a:lvl7pPr>
            <a:lvl8pPr marR="0" lvl="7" algn="l">
              <a:spcBef>
                <a:spcPts val="0"/>
              </a:spcBef>
              <a:spcAft>
                <a:spcPts val="0"/>
              </a:spcAft>
              <a:buSzPts val="1400"/>
              <a:buNone/>
              <a:defRPr sz="1800" b="0" i="0" u="none" strike="noStrike" cap="none">
                <a:solidFill>
                  <a:schemeClr val="dk2"/>
                </a:solidFill>
              </a:defRPr>
            </a:lvl8pPr>
            <a:lvl9pPr marR="0" lvl="8" algn="l">
              <a:spcBef>
                <a:spcPts val="0"/>
              </a:spcBef>
              <a:spcAft>
                <a:spcPts val="0"/>
              </a:spcAft>
              <a:buSzPts val="1400"/>
              <a:buNone/>
              <a:defRPr sz="1800" b="0" i="0" u="none" strike="noStrike" cap="none">
                <a:solidFill>
                  <a:schemeClr val="dk2"/>
                </a:solidFill>
              </a:defRPr>
            </a:lvl9pPr>
          </a:lstStyle>
          <a:p>
            <a:endParaRPr/>
          </a:p>
        </p:txBody>
      </p:sp>
      <p:sp>
        <p:nvSpPr>
          <p:cNvPr id="186" name="Google Shape;186;p17"/>
          <p:cNvSpPr txBox="1">
            <a:spLocks noGrp="1"/>
          </p:cNvSpPr>
          <p:nvPr>
            <p:ph type="body" idx="1"/>
          </p:nvPr>
        </p:nvSpPr>
        <p:spPr>
          <a:xfrm>
            <a:off x="2589212" y="2133600"/>
            <a:ext cx="8915400" cy="3886200"/>
          </a:xfrm>
          <a:prstGeom prst="rect">
            <a:avLst/>
          </a:prstGeom>
          <a:noFill/>
          <a:ln>
            <a:noFill/>
          </a:ln>
        </p:spPr>
        <p:txBody>
          <a:bodyPr spcFirstLastPara="1" wrap="square" lIns="91425" tIns="45700" rIns="91425" bIns="45700" anchor="t" anchorCtr="0">
            <a:normAutofit/>
          </a:bodyPr>
          <a:lstStyle>
            <a:lvl1pPr marL="457200" marR="0" lvl="0" indent="-342900" algn="l">
              <a:spcBef>
                <a:spcPts val="1000"/>
              </a:spcBef>
              <a:spcAft>
                <a:spcPts val="0"/>
              </a:spcAft>
              <a:buClr>
                <a:schemeClr val="accent1"/>
              </a:buClr>
              <a:buSzPts val="1800"/>
              <a:buFont typeface="Noto Sans Symbols"/>
              <a:buChar char="🠶"/>
              <a:defRPr sz="1800" b="0" i="0" u="none" strike="noStrike" cap="none">
                <a:solidFill>
                  <a:srgbClr val="3F3F3F"/>
                </a:solidFill>
                <a:latin typeface="Century Gothic"/>
                <a:ea typeface="Century Gothic"/>
                <a:cs typeface="Century Gothic"/>
                <a:sym typeface="Century Gothic"/>
              </a:defRPr>
            </a:lvl1pPr>
            <a:lvl2pPr marL="914400" marR="0" lvl="1" indent="-330200" algn="l">
              <a:spcBef>
                <a:spcPts val="1000"/>
              </a:spcBef>
              <a:spcAft>
                <a:spcPts val="0"/>
              </a:spcAft>
              <a:buClr>
                <a:schemeClr val="accent1"/>
              </a:buClr>
              <a:buSzPts val="1600"/>
              <a:buFont typeface="Noto Sans Symbols"/>
              <a:buChar char="🠶"/>
              <a:defRPr sz="1600" b="0" i="0" u="none" strike="noStrike" cap="none">
                <a:solidFill>
                  <a:srgbClr val="3F3F3F"/>
                </a:solidFill>
                <a:latin typeface="Century Gothic"/>
                <a:ea typeface="Century Gothic"/>
                <a:cs typeface="Century Gothic"/>
                <a:sym typeface="Century Gothic"/>
              </a:defRPr>
            </a:lvl2pPr>
            <a:lvl3pPr marL="1371600" marR="0" lvl="2" indent="-317500" algn="l">
              <a:spcBef>
                <a:spcPts val="1000"/>
              </a:spcBef>
              <a:spcAft>
                <a:spcPts val="0"/>
              </a:spcAft>
              <a:buClr>
                <a:schemeClr val="accent1"/>
              </a:buClr>
              <a:buSzPts val="1400"/>
              <a:buFont typeface="Noto Sans Symbols"/>
              <a:buChar char="🠶"/>
              <a:defRPr sz="1400" b="0" i="0" u="none" strike="noStrike" cap="none">
                <a:solidFill>
                  <a:srgbClr val="3F3F3F"/>
                </a:solidFill>
                <a:latin typeface="Century Gothic"/>
                <a:ea typeface="Century Gothic"/>
                <a:cs typeface="Century Gothic"/>
                <a:sym typeface="Century Gothic"/>
              </a:defRPr>
            </a:lvl3pPr>
            <a:lvl4pPr marL="1828800" marR="0" lvl="3" indent="-304800" algn="l">
              <a:spcBef>
                <a:spcPts val="1000"/>
              </a:spcBef>
              <a:spcAft>
                <a:spcPts val="0"/>
              </a:spcAft>
              <a:buClr>
                <a:schemeClr val="accent1"/>
              </a:buClr>
              <a:buSzPts val="1200"/>
              <a:buFont typeface="Noto Sans Symbols"/>
              <a:buChar char="🠶"/>
              <a:defRPr sz="1200" b="0" i="0" u="none" strike="noStrike" cap="none">
                <a:solidFill>
                  <a:srgbClr val="3F3F3F"/>
                </a:solidFill>
                <a:latin typeface="Century Gothic"/>
                <a:ea typeface="Century Gothic"/>
                <a:cs typeface="Century Gothic"/>
                <a:sym typeface="Century Gothic"/>
              </a:defRPr>
            </a:lvl4pPr>
            <a:lvl5pPr marL="2286000" marR="0" lvl="4" indent="-304800" algn="l">
              <a:spcBef>
                <a:spcPts val="1000"/>
              </a:spcBef>
              <a:spcAft>
                <a:spcPts val="0"/>
              </a:spcAft>
              <a:buClr>
                <a:schemeClr val="accent1"/>
              </a:buClr>
              <a:buSzPts val="1200"/>
              <a:buFont typeface="Noto Sans Symbols"/>
              <a:buChar char="🠶"/>
              <a:defRPr sz="1200" b="0" i="0" u="none" strike="noStrike" cap="none">
                <a:solidFill>
                  <a:srgbClr val="3F3F3F"/>
                </a:solidFill>
                <a:latin typeface="Century Gothic"/>
                <a:ea typeface="Century Gothic"/>
                <a:cs typeface="Century Gothic"/>
                <a:sym typeface="Century Gothic"/>
              </a:defRPr>
            </a:lvl5pPr>
            <a:lvl6pPr marL="2743200" marR="0" lvl="5" indent="-304800" algn="l">
              <a:spcBef>
                <a:spcPts val="1000"/>
              </a:spcBef>
              <a:spcAft>
                <a:spcPts val="0"/>
              </a:spcAft>
              <a:buClr>
                <a:schemeClr val="accent1"/>
              </a:buClr>
              <a:buSzPts val="1200"/>
              <a:buFont typeface="Noto Sans Symbols"/>
              <a:buChar char="🠶"/>
              <a:defRPr sz="1200" b="0" i="0" u="none" strike="noStrike" cap="none">
                <a:solidFill>
                  <a:srgbClr val="3F3F3F"/>
                </a:solidFill>
                <a:latin typeface="Century Gothic"/>
                <a:ea typeface="Century Gothic"/>
                <a:cs typeface="Century Gothic"/>
                <a:sym typeface="Century Gothic"/>
              </a:defRPr>
            </a:lvl6pPr>
            <a:lvl7pPr marL="3200400" marR="0" lvl="6" indent="-304800" algn="l">
              <a:spcBef>
                <a:spcPts val="1000"/>
              </a:spcBef>
              <a:spcAft>
                <a:spcPts val="0"/>
              </a:spcAft>
              <a:buClr>
                <a:schemeClr val="accent1"/>
              </a:buClr>
              <a:buSzPts val="1200"/>
              <a:buFont typeface="Noto Sans Symbols"/>
              <a:buChar char="🠶"/>
              <a:defRPr sz="1200" b="0" i="0" u="none" strike="noStrike" cap="none">
                <a:solidFill>
                  <a:srgbClr val="3F3F3F"/>
                </a:solidFill>
                <a:latin typeface="Century Gothic"/>
                <a:ea typeface="Century Gothic"/>
                <a:cs typeface="Century Gothic"/>
                <a:sym typeface="Century Gothic"/>
              </a:defRPr>
            </a:lvl7pPr>
            <a:lvl8pPr marL="3657600" marR="0" lvl="7" indent="-304800" algn="l">
              <a:spcBef>
                <a:spcPts val="1000"/>
              </a:spcBef>
              <a:spcAft>
                <a:spcPts val="0"/>
              </a:spcAft>
              <a:buClr>
                <a:schemeClr val="accent1"/>
              </a:buClr>
              <a:buSzPts val="1200"/>
              <a:buFont typeface="Noto Sans Symbols"/>
              <a:buChar char="🠶"/>
              <a:defRPr sz="1200" b="0" i="0" u="none" strike="noStrike" cap="none">
                <a:solidFill>
                  <a:srgbClr val="3F3F3F"/>
                </a:solidFill>
                <a:latin typeface="Century Gothic"/>
                <a:ea typeface="Century Gothic"/>
                <a:cs typeface="Century Gothic"/>
                <a:sym typeface="Century Gothic"/>
              </a:defRPr>
            </a:lvl8pPr>
            <a:lvl9pPr marL="4114800" marR="0" lvl="8" indent="-304800" algn="l">
              <a:spcBef>
                <a:spcPts val="1000"/>
              </a:spcBef>
              <a:spcAft>
                <a:spcPts val="0"/>
              </a:spcAft>
              <a:buClr>
                <a:schemeClr val="accent1"/>
              </a:buClr>
              <a:buSzPts val="1200"/>
              <a:buFont typeface="Noto Sans Symbols"/>
              <a:buChar char="🠶"/>
              <a:defRPr sz="1200" b="0" i="0" u="none" strike="noStrike" cap="none">
                <a:solidFill>
                  <a:srgbClr val="3F3F3F"/>
                </a:solidFill>
                <a:latin typeface="Century Gothic"/>
                <a:ea typeface="Century Gothic"/>
                <a:cs typeface="Century Gothic"/>
                <a:sym typeface="Century Gothic"/>
              </a:defRPr>
            </a:lvl9pPr>
          </a:lstStyle>
          <a:p>
            <a:endParaRPr/>
          </a:p>
        </p:txBody>
      </p:sp>
      <p:sp>
        <p:nvSpPr>
          <p:cNvPr id="187" name="Google Shape;187;p17"/>
          <p:cNvSpPr txBox="1">
            <a:spLocks noGrp="1"/>
          </p:cNvSpPr>
          <p:nvPr>
            <p:ph type="dt" idx="10"/>
          </p:nvPr>
        </p:nvSpPr>
        <p:spPr>
          <a:xfrm>
            <a:off x="10361612" y="6130437"/>
            <a:ext cx="1146300" cy="370500"/>
          </a:xfrm>
          <a:prstGeom prst="rect">
            <a:avLst/>
          </a:prstGeom>
          <a:noFill/>
          <a:ln>
            <a:noFill/>
          </a:ln>
        </p:spPr>
        <p:txBody>
          <a:bodyPr spcFirstLastPara="1" wrap="square" lIns="91425" tIns="45700" rIns="91425" bIns="45700" anchor="ctr" anchorCtr="0">
            <a:noAutofit/>
          </a:bodyPr>
          <a:lstStyle>
            <a:lvl1pPr marR="0" lvl="0" algn="r">
              <a:spcBef>
                <a:spcPts val="0"/>
              </a:spcBef>
              <a:spcAft>
                <a:spcPts val="0"/>
              </a:spcAft>
              <a:buSzPts val="1400"/>
              <a:buNone/>
              <a:defRPr sz="900" b="0" i="0" u="none" strike="noStrike" cap="none">
                <a:solidFill>
                  <a:srgbClr val="888888"/>
                </a:solidFill>
                <a:latin typeface="Century Gothic"/>
                <a:ea typeface="Century Gothic"/>
                <a:cs typeface="Century Gothic"/>
                <a:sym typeface="Century Gothic"/>
              </a:defRPr>
            </a:lvl1pPr>
            <a:lvl2pPr marR="0" lvl="1" algn="l">
              <a:spcBef>
                <a:spcPts val="0"/>
              </a:spcBef>
              <a:spcAft>
                <a:spcPts val="0"/>
              </a:spcAft>
              <a:buSzPts val="1400"/>
              <a:buNone/>
              <a:defRPr sz="1800" b="0" i="0" u="none" strike="noStrike" cap="none">
                <a:solidFill>
                  <a:schemeClr val="dk1"/>
                </a:solidFill>
                <a:latin typeface="Century Gothic"/>
                <a:ea typeface="Century Gothic"/>
                <a:cs typeface="Century Gothic"/>
                <a:sym typeface="Century Gothic"/>
              </a:defRPr>
            </a:lvl2pPr>
            <a:lvl3pPr marR="0" lvl="2" algn="l">
              <a:spcBef>
                <a:spcPts val="0"/>
              </a:spcBef>
              <a:spcAft>
                <a:spcPts val="0"/>
              </a:spcAft>
              <a:buSzPts val="1400"/>
              <a:buNone/>
              <a:defRPr sz="1800" b="0" i="0" u="none" strike="noStrike" cap="none">
                <a:solidFill>
                  <a:schemeClr val="dk1"/>
                </a:solidFill>
                <a:latin typeface="Century Gothic"/>
                <a:ea typeface="Century Gothic"/>
                <a:cs typeface="Century Gothic"/>
                <a:sym typeface="Century Gothic"/>
              </a:defRPr>
            </a:lvl3pPr>
            <a:lvl4pPr marR="0" lvl="3" algn="l">
              <a:spcBef>
                <a:spcPts val="0"/>
              </a:spcBef>
              <a:spcAft>
                <a:spcPts val="0"/>
              </a:spcAft>
              <a:buSzPts val="1400"/>
              <a:buNone/>
              <a:defRPr sz="1800" b="0" i="0" u="none" strike="noStrike" cap="none">
                <a:solidFill>
                  <a:schemeClr val="dk1"/>
                </a:solidFill>
                <a:latin typeface="Century Gothic"/>
                <a:ea typeface="Century Gothic"/>
                <a:cs typeface="Century Gothic"/>
                <a:sym typeface="Century Gothic"/>
              </a:defRPr>
            </a:lvl4pPr>
            <a:lvl5pPr marR="0" lvl="4" algn="l">
              <a:spcBef>
                <a:spcPts val="0"/>
              </a:spcBef>
              <a:spcAft>
                <a:spcPts val="0"/>
              </a:spcAft>
              <a:buSzPts val="1400"/>
              <a:buNone/>
              <a:defRPr sz="1800" b="0" i="0" u="none" strike="noStrike" cap="none">
                <a:solidFill>
                  <a:schemeClr val="dk1"/>
                </a:solidFill>
                <a:latin typeface="Century Gothic"/>
                <a:ea typeface="Century Gothic"/>
                <a:cs typeface="Century Gothic"/>
                <a:sym typeface="Century Gothic"/>
              </a:defRPr>
            </a:lvl5pPr>
            <a:lvl6pPr marR="0" lvl="5" algn="l">
              <a:spcBef>
                <a:spcPts val="0"/>
              </a:spcBef>
              <a:spcAft>
                <a:spcPts val="0"/>
              </a:spcAft>
              <a:buSzPts val="1400"/>
              <a:buNone/>
              <a:defRPr sz="1800" b="0" i="0" u="none" strike="noStrike" cap="none">
                <a:solidFill>
                  <a:schemeClr val="dk1"/>
                </a:solidFill>
                <a:latin typeface="Century Gothic"/>
                <a:ea typeface="Century Gothic"/>
                <a:cs typeface="Century Gothic"/>
                <a:sym typeface="Century Gothic"/>
              </a:defRPr>
            </a:lvl6pPr>
            <a:lvl7pPr marR="0" lvl="6" algn="l">
              <a:spcBef>
                <a:spcPts val="0"/>
              </a:spcBef>
              <a:spcAft>
                <a:spcPts val="0"/>
              </a:spcAft>
              <a:buSzPts val="1400"/>
              <a:buNone/>
              <a:defRPr sz="1800" b="0" i="0" u="none" strike="noStrike" cap="none">
                <a:solidFill>
                  <a:schemeClr val="dk1"/>
                </a:solidFill>
                <a:latin typeface="Century Gothic"/>
                <a:ea typeface="Century Gothic"/>
                <a:cs typeface="Century Gothic"/>
                <a:sym typeface="Century Gothic"/>
              </a:defRPr>
            </a:lvl7pPr>
            <a:lvl8pPr marR="0" lvl="7" algn="l">
              <a:spcBef>
                <a:spcPts val="0"/>
              </a:spcBef>
              <a:spcAft>
                <a:spcPts val="0"/>
              </a:spcAft>
              <a:buSzPts val="1400"/>
              <a:buNone/>
              <a:defRPr sz="1800" b="0" i="0" u="none" strike="noStrike" cap="none">
                <a:solidFill>
                  <a:schemeClr val="dk1"/>
                </a:solidFill>
                <a:latin typeface="Century Gothic"/>
                <a:ea typeface="Century Gothic"/>
                <a:cs typeface="Century Gothic"/>
                <a:sym typeface="Century Gothic"/>
              </a:defRPr>
            </a:lvl8pPr>
            <a:lvl9pPr marR="0" lvl="8" algn="l">
              <a:spcBef>
                <a:spcPts val="0"/>
              </a:spcBef>
              <a:spcAft>
                <a:spcPts val="0"/>
              </a:spcAft>
              <a:buSzPts val="1400"/>
              <a:buNone/>
              <a:defRPr sz="1800" b="0" i="0" u="none" strike="noStrike" cap="none">
                <a:solidFill>
                  <a:schemeClr val="dk1"/>
                </a:solidFill>
                <a:latin typeface="Century Gothic"/>
                <a:ea typeface="Century Gothic"/>
                <a:cs typeface="Century Gothic"/>
                <a:sym typeface="Century Gothic"/>
              </a:defRPr>
            </a:lvl9pPr>
          </a:lstStyle>
          <a:p>
            <a:endParaRPr/>
          </a:p>
        </p:txBody>
      </p:sp>
      <p:sp>
        <p:nvSpPr>
          <p:cNvPr id="188" name="Google Shape;188;p17"/>
          <p:cNvSpPr txBox="1">
            <a:spLocks noGrp="1"/>
          </p:cNvSpPr>
          <p:nvPr>
            <p:ph type="ftr" idx="11"/>
          </p:nvPr>
        </p:nvSpPr>
        <p:spPr>
          <a:xfrm>
            <a:off x="2589212" y="6135808"/>
            <a:ext cx="7620000" cy="365100"/>
          </a:xfrm>
          <a:prstGeom prst="rect">
            <a:avLst/>
          </a:prstGeom>
          <a:noFill/>
          <a:ln>
            <a:noFill/>
          </a:ln>
        </p:spPr>
        <p:txBody>
          <a:bodyPr spcFirstLastPara="1" wrap="square" lIns="91425" tIns="45700" rIns="91425" bIns="45700" anchor="ctr" anchorCtr="0">
            <a:noAutofit/>
          </a:bodyPr>
          <a:lstStyle>
            <a:lvl1pPr marR="0" lvl="0" algn="l">
              <a:spcBef>
                <a:spcPts val="0"/>
              </a:spcBef>
              <a:spcAft>
                <a:spcPts val="0"/>
              </a:spcAft>
              <a:buSzPts val="1400"/>
              <a:buNone/>
              <a:defRPr sz="900" b="0" i="0" u="none" strike="noStrike" cap="none">
                <a:solidFill>
                  <a:srgbClr val="888888"/>
                </a:solidFill>
                <a:latin typeface="Century Gothic"/>
                <a:ea typeface="Century Gothic"/>
                <a:cs typeface="Century Gothic"/>
                <a:sym typeface="Century Gothic"/>
              </a:defRPr>
            </a:lvl1pPr>
            <a:lvl2pPr marR="0" lvl="1" algn="l">
              <a:spcBef>
                <a:spcPts val="0"/>
              </a:spcBef>
              <a:spcAft>
                <a:spcPts val="0"/>
              </a:spcAft>
              <a:buSzPts val="1400"/>
              <a:buNone/>
              <a:defRPr sz="1800" b="0" i="0" u="none" strike="noStrike" cap="none">
                <a:solidFill>
                  <a:schemeClr val="dk1"/>
                </a:solidFill>
                <a:latin typeface="Century Gothic"/>
                <a:ea typeface="Century Gothic"/>
                <a:cs typeface="Century Gothic"/>
                <a:sym typeface="Century Gothic"/>
              </a:defRPr>
            </a:lvl2pPr>
            <a:lvl3pPr marR="0" lvl="2" algn="l">
              <a:spcBef>
                <a:spcPts val="0"/>
              </a:spcBef>
              <a:spcAft>
                <a:spcPts val="0"/>
              </a:spcAft>
              <a:buSzPts val="1400"/>
              <a:buNone/>
              <a:defRPr sz="1800" b="0" i="0" u="none" strike="noStrike" cap="none">
                <a:solidFill>
                  <a:schemeClr val="dk1"/>
                </a:solidFill>
                <a:latin typeface="Century Gothic"/>
                <a:ea typeface="Century Gothic"/>
                <a:cs typeface="Century Gothic"/>
                <a:sym typeface="Century Gothic"/>
              </a:defRPr>
            </a:lvl3pPr>
            <a:lvl4pPr marR="0" lvl="3" algn="l">
              <a:spcBef>
                <a:spcPts val="0"/>
              </a:spcBef>
              <a:spcAft>
                <a:spcPts val="0"/>
              </a:spcAft>
              <a:buSzPts val="1400"/>
              <a:buNone/>
              <a:defRPr sz="1800" b="0" i="0" u="none" strike="noStrike" cap="none">
                <a:solidFill>
                  <a:schemeClr val="dk1"/>
                </a:solidFill>
                <a:latin typeface="Century Gothic"/>
                <a:ea typeface="Century Gothic"/>
                <a:cs typeface="Century Gothic"/>
                <a:sym typeface="Century Gothic"/>
              </a:defRPr>
            </a:lvl4pPr>
            <a:lvl5pPr marR="0" lvl="4" algn="l">
              <a:spcBef>
                <a:spcPts val="0"/>
              </a:spcBef>
              <a:spcAft>
                <a:spcPts val="0"/>
              </a:spcAft>
              <a:buSzPts val="1400"/>
              <a:buNone/>
              <a:defRPr sz="1800" b="0" i="0" u="none" strike="noStrike" cap="none">
                <a:solidFill>
                  <a:schemeClr val="dk1"/>
                </a:solidFill>
                <a:latin typeface="Century Gothic"/>
                <a:ea typeface="Century Gothic"/>
                <a:cs typeface="Century Gothic"/>
                <a:sym typeface="Century Gothic"/>
              </a:defRPr>
            </a:lvl5pPr>
            <a:lvl6pPr marR="0" lvl="5" algn="l">
              <a:spcBef>
                <a:spcPts val="0"/>
              </a:spcBef>
              <a:spcAft>
                <a:spcPts val="0"/>
              </a:spcAft>
              <a:buSzPts val="1400"/>
              <a:buNone/>
              <a:defRPr sz="1800" b="0" i="0" u="none" strike="noStrike" cap="none">
                <a:solidFill>
                  <a:schemeClr val="dk1"/>
                </a:solidFill>
                <a:latin typeface="Century Gothic"/>
                <a:ea typeface="Century Gothic"/>
                <a:cs typeface="Century Gothic"/>
                <a:sym typeface="Century Gothic"/>
              </a:defRPr>
            </a:lvl6pPr>
            <a:lvl7pPr marR="0" lvl="6" algn="l">
              <a:spcBef>
                <a:spcPts val="0"/>
              </a:spcBef>
              <a:spcAft>
                <a:spcPts val="0"/>
              </a:spcAft>
              <a:buSzPts val="1400"/>
              <a:buNone/>
              <a:defRPr sz="1800" b="0" i="0" u="none" strike="noStrike" cap="none">
                <a:solidFill>
                  <a:schemeClr val="dk1"/>
                </a:solidFill>
                <a:latin typeface="Century Gothic"/>
                <a:ea typeface="Century Gothic"/>
                <a:cs typeface="Century Gothic"/>
                <a:sym typeface="Century Gothic"/>
              </a:defRPr>
            </a:lvl7pPr>
            <a:lvl8pPr marR="0" lvl="7" algn="l">
              <a:spcBef>
                <a:spcPts val="0"/>
              </a:spcBef>
              <a:spcAft>
                <a:spcPts val="0"/>
              </a:spcAft>
              <a:buSzPts val="1400"/>
              <a:buNone/>
              <a:defRPr sz="1800" b="0" i="0" u="none" strike="noStrike" cap="none">
                <a:solidFill>
                  <a:schemeClr val="dk1"/>
                </a:solidFill>
                <a:latin typeface="Century Gothic"/>
                <a:ea typeface="Century Gothic"/>
                <a:cs typeface="Century Gothic"/>
                <a:sym typeface="Century Gothic"/>
              </a:defRPr>
            </a:lvl8pPr>
            <a:lvl9pPr marR="0" lvl="8" algn="l">
              <a:spcBef>
                <a:spcPts val="0"/>
              </a:spcBef>
              <a:spcAft>
                <a:spcPts val="0"/>
              </a:spcAft>
              <a:buSzPts val="1400"/>
              <a:buNone/>
              <a:defRPr sz="1800" b="0" i="0" u="none" strike="noStrike" cap="none">
                <a:solidFill>
                  <a:schemeClr val="dk1"/>
                </a:solidFill>
                <a:latin typeface="Century Gothic"/>
                <a:ea typeface="Century Gothic"/>
                <a:cs typeface="Century Gothic"/>
                <a:sym typeface="Century Gothic"/>
              </a:defRPr>
            </a:lvl9pPr>
          </a:lstStyle>
          <a:p>
            <a:endParaRPr/>
          </a:p>
        </p:txBody>
      </p:sp>
      <p:sp>
        <p:nvSpPr>
          <p:cNvPr id="189" name="Google Shape;189;p17"/>
          <p:cNvSpPr txBox="1">
            <a:spLocks noGrp="1"/>
          </p:cNvSpPr>
          <p:nvPr>
            <p:ph type="sldNum" idx="12"/>
          </p:nvPr>
        </p:nvSpPr>
        <p:spPr>
          <a:xfrm>
            <a:off x="531812" y="787782"/>
            <a:ext cx="779700" cy="365100"/>
          </a:xfrm>
          <a:prstGeom prst="rect">
            <a:avLst/>
          </a:prstGeom>
          <a:noFill/>
          <a:ln>
            <a:noFill/>
          </a:ln>
        </p:spPr>
        <p:txBody>
          <a:bodyPr spcFirstLastPara="1" wrap="square" lIns="91425" tIns="45700" rIns="91425" bIns="45700" anchor="ctr" anchorCtr="0">
            <a:noAutofit/>
          </a:bodyPr>
          <a:lstStyle>
            <a:lvl1pPr marL="0" marR="0" lvl="0" indent="0" algn="r">
              <a:spcBef>
                <a:spcPts val="0"/>
              </a:spcBef>
              <a:buNone/>
              <a:defRPr sz="2000" b="0" i="0" u="none" strike="noStrike" cap="none">
                <a:solidFill>
                  <a:srgbClr val="FEFFFF"/>
                </a:solidFill>
                <a:latin typeface="Century Gothic"/>
                <a:ea typeface="Century Gothic"/>
                <a:cs typeface="Century Gothic"/>
                <a:sym typeface="Century Gothic"/>
              </a:defRPr>
            </a:lvl1pPr>
            <a:lvl2pPr marL="0" marR="0" lvl="1" indent="0" algn="r">
              <a:spcBef>
                <a:spcPts val="0"/>
              </a:spcBef>
              <a:buNone/>
              <a:defRPr sz="2000" b="0" i="0" u="none" strike="noStrike" cap="none">
                <a:solidFill>
                  <a:srgbClr val="FEFFFF"/>
                </a:solidFill>
                <a:latin typeface="Century Gothic"/>
                <a:ea typeface="Century Gothic"/>
                <a:cs typeface="Century Gothic"/>
                <a:sym typeface="Century Gothic"/>
              </a:defRPr>
            </a:lvl2pPr>
            <a:lvl3pPr marL="0" marR="0" lvl="2" indent="0" algn="r">
              <a:spcBef>
                <a:spcPts val="0"/>
              </a:spcBef>
              <a:buNone/>
              <a:defRPr sz="2000" b="0" i="0" u="none" strike="noStrike" cap="none">
                <a:solidFill>
                  <a:srgbClr val="FEFFFF"/>
                </a:solidFill>
                <a:latin typeface="Century Gothic"/>
                <a:ea typeface="Century Gothic"/>
                <a:cs typeface="Century Gothic"/>
                <a:sym typeface="Century Gothic"/>
              </a:defRPr>
            </a:lvl3pPr>
            <a:lvl4pPr marL="0" marR="0" lvl="3" indent="0" algn="r">
              <a:spcBef>
                <a:spcPts val="0"/>
              </a:spcBef>
              <a:buNone/>
              <a:defRPr sz="2000" b="0" i="0" u="none" strike="noStrike" cap="none">
                <a:solidFill>
                  <a:srgbClr val="FEFFFF"/>
                </a:solidFill>
                <a:latin typeface="Century Gothic"/>
                <a:ea typeface="Century Gothic"/>
                <a:cs typeface="Century Gothic"/>
                <a:sym typeface="Century Gothic"/>
              </a:defRPr>
            </a:lvl4pPr>
            <a:lvl5pPr marL="0" marR="0" lvl="4" indent="0" algn="r">
              <a:spcBef>
                <a:spcPts val="0"/>
              </a:spcBef>
              <a:buNone/>
              <a:defRPr sz="2000" b="0" i="0" u="none" strike="noStrike" cap="none">
                <a:solidFill>
                  <a:srgbClr val="FEFFFF"/>
                </a:solidFill>
                <a:latin typeface="Century Gothic"/>
                <a:ea typeface="Century Gothic"/>
                <a:cs typeface="Century Gothic"/>
                <a:sym typeface="Century Gothic"/>
              </a:defRPr>
            </a:lvl5pPr>
            <a:lvl6pPr marL="0" marR="0" lvl="5" indent="0" algn="r">
              <a:spcBef>
                <a:spcPts val="0"/>
              </a:spcBef>
              <a:buNone/>
              <a:defRPr sz="2000" b="0" i="0" u="none" strike="noStrike" cap="none">
                <a:solidFill>
                  <a:srgbClr val="FEFFFF"/>
                </a:solidFill>
                <a:latin typeface="Century Gothic"/>
                <a:ea typeface="Century Gothic"/>
                <a:cs typeface="Century Gothic"/>
                <a:sym typeface="Century Gothic"/>
              </a:defRPr>
            </a:lvl6pPr>
            <a:lvl7pPr marL="0" marR="0" lvl="6" indent="0" algn="r">
              <a:spcBef>
                <a:spcPts val="0"/>
              </a:spcBef>
              <a:buNone/>
              <a:defRPr sz="2000" b="0" i="0" u="none" strike="noStrike" cap="none">
                <a:solidFill>
                  <a:srgbClr val="FEFFFF"/>
                </a:solidFill>
                <a:latin typeface="Century Gothic"/>
                <a:ea typeface="Century Gothic"/>
                <a:cs typeface="Century Gothic"/>
                <a:sym typeface="Century Gothic"/>
              </a:defRPr>
            </a:lvl7pPr>
            <a:lvl8pPr marL="0" marR="0" lvl="7" indent="0" algn="r">
              <a:spcBef>
                <a:spcPts val="0"/>
              </a:spcBef>
              <a:buNone/>
              <a:defRPr sz="2000" b="0" i="0" u="none" strike="noStrike" cap="none">
                <a:solidFill>
                  <a:srgbClr val="FEFFFF"/>
                </a:solidFill>
                <a:latin typeface="Century Gothic"/>
                <a:ea typeface="Century Gothic"/>
                <a:cs typeface="Century Gothic"/>
                <a:sym typeface="Century Gothic"/>
              </a:defRPr>
            </a:lvl8pPr>
            <a:lvl9pPr marL="0" marR="0" lvl="8" indent="0" algn="r">
              <a:spcBef>
                <a:spcPts val="0"/>
              </a:spcBef>
              <a:buNone/>
              <a:defRPr sz="2000" b="0" i="0" u="none" strike="noStrike" cap="none">
                <a:solidFill>
                  <a:srgbClr val="FEFFFF"/>
                </a:solidFill>
                <a:latin typeface="Century Gothic"/>
                <a:ea typeface="Century Gothic"/>
                <a:cs typeface="Century Gothic"/>
                <a:sym typeface="Century Gothic"/>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63" r:id="rId1"/>
    <p:sldLayoutId id="2147483664" r:id="rId2"/>
    <p:sldLayoutId id="2147483665" r:id="rId3"/>
    <p:sldLayoutId id="2147483666" r:id="rId4"/>
    <p:sldLayoutId id="2147483667" r:id="rId5"/>
    <p:sldLayoutId id="2147483668" r:id="rId6"/>
    <p:sldLayoutId id="2147483669" r:id="rId7"/>
    <p:sldLayoutId id="2147483670" r:id="rId8"/>
    <p:sldLayoutId id="2147483671" r:id="rId9"/>
    <p:sldLayoutId id="2147483672" r:id="rId10"/>
    <p:sldLayoutId id="2147483673" r:id="rId11"/>
    <p:sldLayoutId id="2147483674" r:id="rId12"/>
    <p:sldLayoutId id="2147483675" r:id="rId13"/>
    <p:sldLayoutId id="2147483676" r:id="rId14"/>
    <p:sldLayoutId id="2147483677" r:id="rId15"/>
    <p:sldLayoutId id="2147483678" r:id="rId16"/>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16.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2.xml"/><Relationship Id="rId1" Type="http://schemas.openxmlformats.org/officeDocument/2006/relationships/slideLayout" Target="../slideLayouts/slideLayout16.xml"/><Relationship Id="rId4" Type="http://schemas.openxmlformats.org/officeDocument/2006/relationships/image" Target="../media/image2.png"/></Relationships>
</file>

<file path=ppt/slides/_rels/slide2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3.xml"/><Relationship Id="rId1" Type="http://schemas.openxmlformats.org/officeDocument/2006/relationships/slideLayout" Target="../slideLayouts/slideLayout16.xml"/><Relationship Id="rId4" Type="http://schemas.openxmlformats.org/officeDocument/2006/relationships/image" Target="../media/image4.png"/></Relationships>
</file>

<file path=ppt/slides/_rels/slide2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4.xml"/><Relationship Id="rId1" Type="http://schemas.openxmlformats.org/officeDocument/2006/relationships/slideLayout" Target="../slideLayouts/slideLayout16.xml"/><Relationship Id="rId4" Type="http://schemas.openxmlformats.org/officeDocument/2006/relationships/image" Target="../media/image5.png"/></Relationships>
</file>

<file path=ppt/slides/_rels/slide2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5.xml"/><Relationship Id="rId1" Type="http://schemas.openxmlformats.org/officeDocument/2006/relationships/slideLayout" Target="../slideLayouts/slideLayout16.xml"/><Relationship Id="rId4" Type="http://schemas.openxmlformats.org/officeDocument/2006/relationships/image" Target="../media/image6.png"/></Relationships>
</file>

<file path=ppt/slides/_rels/slide2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6.xml"/><Relationship Id="rId1" Type="http://schemas.openxmlformats.org/officeDocument/2006/relationships/slideLayout" Target="../slideLayouts/slideLayout16.xml"/><Relationship Id="rId4" Type="http://schemas.openxmlformats.org/officeDocument/2006/relationships/image" Target="../media/image7.png"/></Relationships>
</file>

<file path=ppt/slides/_rels/slide2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7.xml"/><Relationship Id="rId1" Type="http://schemas.openxmlformats.org/officeDocument/2006/relationships/slideLayout" Target="../slideLayouts/slideLayout16.xml"/><Relationship Id="rId4" Type="http://schemas.openxmlformats.org/officeDocument/2006/relationships/image" Target="../media/image8.jpg"/></Relationships>
</file>

<file path=ppt/slides/_rels/slide2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8.xml"/><Relationship Id="rId1" Type="http://schemas.openxmlformats.org/officeDocument/2006/relationships/slideLayout" Target="../slideLayouts/slideLayout16.xml"/><Relationship Id="rId4" Type="http://schemas.openxmlformats.org/officeDocument/2006/relationships/image" Target="../media/image9.png"/></Relationships>
</file>

<file path=ppt/slides/_rels/slide2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1.xml"/><Relationship Id="rId1" Type="http://schemas.openxmlformats.org/officeDocument/2006/relationships/slideLayout" Target="../slideLayouts/slideLayout1.xml"/><Relationship Id="rId4" Type="http://schemas.openxmlformats.org/officeDocument/2006/relationships/image" Target="../media/image10.png"/></Relationships>
</file>

<file path=ppt/slides/_rels/slide3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2.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316"/>
        <p:cNvGrpSpPr/>
        <p:nvPr/>
      </p:nvGrpSpPr>
      <p:grpSpPr>
        <a:xfrm>
          <a:off x="0" y="0"/>
          <a:ext cx="0" cy="0"/>
          <a:chOff x="0" y="0"/>
          <a:chExt cx="0" cy="0"/>
        </a:xfrm>
      </p:grpSpPr>
      <p:sp>
        <p:nvSpPr>
          <p:cNvPr id="317" name="Google Shape;317;p34"/>
          <p:cNvSpPr txBox="1">
            <a:spLocks noGrp="1"/>
          </p:cNvSpPr>
          <p:nvPr>
            <p:ph type="title"/>
          </p:nvPr>
        </p:nvSpPr>
        <p:spPr>
          <a:xfrm>
            <a:off x="2592925" y="2504051"/>
            <a:ext cx="8043000" cy="1454100"/>
          </a:xfrm>
          <a:prstGeom prst="rect">
            <a:avLst/>
          </a:prstGeom>
          <a:noFill/>
          <a:ln>
            <a:noFill/>
          </a:ln>
        </p:spPr>
        <p:txBody>
          <a:bodyPr spcFirstLastPara="1" wrap="square" lIns="91425" tIns="45700" rIns="91425" bIns="45700" anchor="t" anchorCtr="0">
            <a:normAutofit/>
          </a:bodyPr>
          <a:lstStyle/>
          <a:p>
            <a:pPr marL="0" lvl="0" indent="0" algn="ctr" rtl="0">
              <a:spcBef>
                <a:spcPts val="0"/>
              </a:spcBef>
              <a:spcAft>
                <a:spcPts val="0"/>
              </a:spcAft>
              <a:buClr>
                <a:srgbClr val="244149"/>
              </a:buClr>
              <a:buSzPts val="4000"/>
              <a:buFont typeface="Times New Roman"/>
              <a:buNone/>
            </a:pPr>
            <a:r>
              <a:rPr lang="en-US" sz="4000" b="1">
                <a:solidFill>
                  <a:srgbClr val="244149"/>
                </a:solidFill>
                <a:latin typeface="Times New Roman"/>
                <a:ea typeface="Times New Roman"/>
                <a:cs typeface="Times New Roman"/>
                <a:sym typeface="Times New Roman"/>
              </a:rPr>
              <a:t>Project Proposal</a:t>
            </a:r>
            <a:br>
              <a:rPr lang="en-US" sz="4000" b="1">
                <a:solidFill>
                  <a:srgbClr val="244149"/>
                </a:solidFill>
                <a:latin typeface="Times New Roman"/>
                <a:ea typeface="Times New Roman"/>
                <a:cs typeface="Times New Roman"/>
                <a:sym typeface="Times New Roman"/>
              </a:rPr>
            </a:br>
            <a:r>
              <a:rPr lang="en-US" sz="4000" b="1">
                <a:solidFill>
                  <a:srgbClr val="244149"/>
                </a:solidFill>
                <a:latin typeface="Times New Roman"/>
                <a:ea typeface="Times New Roman"/>
                <a:cs typeface="Times New Roman"/>
                <a:sym typeface="Times New Roman"/>
              </a:rPr>
              <a:t>Project Title: FLUENTRA</a:t>
            </a:r>
            <a:endParaRPr sz="4000" b="1">
              <a:solidFill>
                <a:srgbClr val="244149"/>
              </a:solidFill>
            </a:endParaRPr>
          </a:p>
        </p:txBody>
      </p:sp>
      <p:sp>
        <p:nvSpPr>
          <p:cNvPr id="318" name="Google Shape;318;p34"/>
          <p:cNvSpPr txBox="1">
            <a:spLocks noGrp="1"/>
          </p:cNvSpPr>
          <p:nvPr>
            <p:ph type="body" idx="1"/>
          </p:nvPr>
        </p:nvSpPr>
        <p:spPr>
          <a:xfrm>
            <a:off x="2191944" y="4190146"/>
            <a:ext cx="8915400" cy="1828800"/>
          </a:xfrm>
          <a:prstGeom prst="rect">
            <a:avLst/>
          </a:prstGeom>
          <a:noFill/>
          <a:ln>
            <a:noFill/>
          </a:ln>
        </p:spPr>
        <p:txBody>
          <a:bodyPr spcFirstLastPara="1" wrap="square" lIns="91425" tIns="45700" rIns="91425" bIns="45700" anchor="t" anchorCtr="0">
            <a:normAutofit/>
          </a:bodyPr>
          <a:lstStyle/>
          <a:p>
            <a:pPr marL="0" lvl="0" indent="0" algn="ctr" rtl="0">
              <a:spcBef>
                <a:spcPts val="0"/>
              </a:spcBef>
              <a:spcAft>
                <a:spcPts val="0"/>
              </a:spcAft>
              <a:buSzPts val="2400"/>
              <a:buNone/>
            </a:pPr>
            <a:r>
              <a:rPr lang="en-US" sz="2400" b="1">
                <a:solidFill>
                  <a:srgbClr val="244149"/>
                </a:solidFill>
                <a:latin typeface="Times New Roman"/>
                <a:ea typeface="Times New Roman"/>
                <a:cs typeface="Times New Roman"/>
                <a:sym typeface="Times New Roman"/>
              </a:rPr>
              <a:t>Final Year Project</a:t>
            </a:r>
            <a:endParaRPr/>
          </a:p>
          <a:p>
            <a:pPr marL="0" lvl="0" indent="0" algn="ctr" rtl="0">
              <a:spcBef>
                <a:spcPts val="1000"/>
              </a:spcBef>
              <a:spcAft>
                <a:spcPts val="0"/>
              </a:spcAft>
              <a:buSzPts val="2400"/>
              <a:buNone/>
            </a:pPr>
            <a:r>
              <a:rPr lang="en-US" sz="2400" b="1">
                <a:solidFill>
                  <a:srgbClr val="244149"/>
                </a:solidFill>
                <a:latin typeface="Times New Roman"/>
                <a:ea typeface="Times New Roman"/>
                <a:cs typeface="Times New Roman"/>
                <a:sym typeface="Times New Roman"/>
              </a:rPr>
              <a:t>BS COMPUTER SCIENCE </a:t>
            </a:r>
            <a:endParaRPr/>
          </a:p>
          <a:p>
            <a:pPr marL="0" lvl="0" indent="0" algn="ctr" rtl="0">
              <a:spcBef>
                <a:spcPts val="1000"/>
              </a:spcBef>
              <a:spcAft>
                <a:spcPts val="0"/>
              </a:spcAft>
              <a:buSzPts val="2400"/>
              <a:buNone/>
            </a:pPr>
            <a:r>
              <a:rPr lang="en-US" sz="2400" b="1">
                <a:solidFill>
                  <a:srgbClr val="244149"/>
                </a:solidFill>
                <a:latin typeface="Times New Roman"/>
                <a:ea typeface="Times New Roman"/>
                <a:cs typeface="Times New Roman"/>
                <a:sym typeface="Times New Roman"/>
              </a:rPr>
              <a:t>FALL  2025</a:t>
            </a:r>
            <a:endParaRPr/>
          </a:p>
        </p:txBody>
      </p:sp>
      <p:pic>
        <p:nvPicPr>
          <p:cNvPr id="319" name="Google Shape;319;p34"/>
          <p:cNvPicPr preferRelativeResize="0"/>
          <p:nvPr/>
        </p:nvPicPr>
        <p:blipFill rotWithShape="1">
          <a:blip r:embed="rId3">
            <a:alphaModFix/>
          </a:blip>
          <a:srcRect/>
          <a:stretch/>
        </p:blipFill>
        <p:spPr>
          <a:xfrm>
            <a:off x="5718687" y="542949"/>
            <a:ext cx="1526175" cy="1961102"/>
          </a:xfrm>
          <a:prstGeom prst="rect">
            <a:avLst/>
          </a:prstGeom>
          <a:noFill/>
          <a:ln>
            <a:noFill/>
          </a:ln>
        </p:spPr>
      </p:pic>
      <p:pic>
        <p:nvPicPr>
          <p:cNvPr id="320" name="Google Shape;320;p34"/>
          <p:cNvPicPr preferRelativeResize="0"/>
          <p:nvPr/>
        </p:nvPicPr>
        <p:blipFill rotWithShape="1">
          <a:blip r:embed="rId4">
            <a:alphaModFix/>
          </a:blip>
          <a:srcRect l="9140" t="17178" r="11995" b="4952"/>
          <a:stretch/>
        </p:blipFill>
        <p:spPr>
          <a:xfrm>
            <a:off x="11107344" y="203981"/>
            <a:ext cx="807900" cy="780900"/>
          </a:xfrm>
          <a:prstGeom prst="ellipse">
            <a:avLst/>
          </a:prstGeom>
          <a:noFill/>
          <a:ln>
            <a:noFill/>
          </a:ln>
        </p:spPr>
      </p:pic>
      <p:sp>
        <p:nvSpPr>
          <p:cNvPr id="321" name="Google Shape;321;p34"/>
          <p:cNvSpPr txBox="1"/>
          <p:nvPr/>
        </p:nvSpPr>
        <p:spPr>
          <a:xfrm>
            <a:off x="7723163" y="6611815"/>
            <a:ext cx="184800" cy="3693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322" name="Google Shape;322;p34"/>
          <p:cNvSpPr txBox="1">
            <a:spLocks noGrp="1"/>
          </p:cNvSpPr>
          <p:nvPr>
            <p:ph type="ftr" idx="11"/>
          </p:nvPr>
        </p:nvSpPr>
        <p:spPr>
          <a:xfrm>
            <a:off x="9563100" y="6431356"/>
            <a:ext cx="7426800" cy="3651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a:t>Riphah School of Computing &amp; Innovation</a:t>
            </a:r>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326"/>
        <p:cNvGrpSpPr/>
        <p:nvPr/>
      </p:nvGrpSpPr>
      <p:grpSpPr>
        <a:xfrm>
          <a:off x="0" y="0"/>
          <a:ext cx="0" cy="0"/>
          <a:chOff x="0" y="0"/>
          <a:chExt cx="0" cy="0"/>
        </a:xfrm>
      </p:grpSpPr>
      <p:sp>
        <p:nvSpPr>
          <p:cNvPr id="327" name="Google Shape;327;p35"/>
          <p:cNvSpPr txBox="1">
            <a:spLocks noGrp="1"/>
          </p:cNvSpPr>
          <p:nvPr>
            <p:ph type="title"/>
          </p:nvPr>
        </p:nvSpPr>
        <p:spPr>
          <a:xfrm>
            <a:off x="4403944" y="853882"/>
            <a:ext cx="8911687" cy="740456"/>
          </a:xfrm>
          <a:prstGeom prst="rect">
            <a:avLst/>
          </a:prstGeom>
          <a:noFill/>
          <a:ln>
            <a:noFill/>
          </a:ln>
        </p:spPr>
        <p:txBody>
          <a:bodyPr spcFirstLastPara="1" wrap="square" lIns="91425" tIns="45700" rIns="91425" bIns="45700" anchor="t" anchorCtr="0">
            <a:normAutofit/>
          </a:bodyPr>
          <a:lstStyle/>
          <a:p>
            <a:pPr marL="0" lvl="0" indent="0" algn="l" rtl="0">
              <a:lnSpc>
                <a:spcPct val="100000"/>
              </a:lnSpc>
              <a:spcBef>
                <a:spcPts val="0"/>
              </a:spcBef>
              <a:spcAft>
                <a:spcPts val="0"/>
              </a:spcAft>
              <a:buClr>
                <a:srgbClr val="244149"/>
              </a:buClr>
              <a:buSzPts val="3600"/>
              <a:buFont typeface="Times New Roman"/>
              <a:buNone/>
            </a:pPr>
            <a:r>
              <a:rPr lang="en-US" b="1">
                <a:solidFill>
                  <a:srgbClr val="244149"/>
                </a:solidFill>
                <a:latin typeface="Times New Roman"/>
                <a:ea typeface="Times New Roman"/>
                <a:cs typeface="Times New Roman"/>
                <a:sym typeface="Times New Roman"/>
              </a:rPr>
              <a:t>PROJECT TEAM</a:t>
            </a:r>
            <a:endParaRPr>
              <a:solidFill>
                <a:srgbClr val="244149"/>
              </a:solidFill>
            </a:endParaRPr>
          </a:p>
        </p:txBody>
      </p:sp>
      <p:graphicFrame>
        <p:nvGraphicFramePr>
          <p:cNvPr id="328" name="Google Shape;328;p35"/>
          <p:cNvGraphicFramePr/>
          <p:nvPr>
            <p:extLst>
              <p:ext uri="{D42A27DB-BD31-4B8C-83A1-F6EECF244321}">
                <p14:modId xmlns:p14="http://schemas.microsoft.com/office/powerpoint/2010/main" val="105778641"/>
              </p:ext>
            </p:extLst>
          </p:nvPr>
        </p:nvGraphicFramePr>
        <p:xfrm>
          <a:off x="1490985" y="1934367"/>
          <a:ext cx="9889600" cy="2183625"/>
        </p:xfrm>
        <a:graphic>
          <a:graphicData uri="http://schemas.openxmlformats.org/drawingml/2006/table">
            <a:tbl>
              <a:tblPr firstRow="1" bandRow="1">
                <a:noFill/>
                <a:tableStyleId>{96204BB6-B0EA-416B-8818-60C502C0C65E}</a:tableStyleId>
              </a:tblPr>
              <a:tblGrid>
                <a:gridCol w="1794725">
                  <a:extLst>
                    <a:ext uri="{9D8B030D-6E8A-4147-A177-3AD203B41FA5}">
                      <a16:colId xmlns:a16="http://schemas.microsoft.com/office/drawing/2014/main" val="20000"/>
                    </a:ext>
                  </a:extLst>
                </a:gridCol>
                <a:gridCol w="2798050">
                  <a:extLst>
                    <a:ext uri="{9D8B030D-6E8A-4147-A177-3AD203B41FA5}">
                      <a16:colId xmlns:a16="http://schemas.microsoft.com/office/drawing/2014/main" val="20001"/>
                    </a:ext>
                  </a:extLst>
                </a:gridCol>
                <a:gridCol w="1990050">
                  <a:extLst>
                    <a:ext uri="{9D8B030D-6E8A-4147-A177-3AD203B41FA5}">
                      <a16:colId xmlns:a16="http://schemas.microsoft.com/office/drawing/2014/main" val="20002"/>
                    </a:ext>
                  </a:extLst>
                </a:gridCol>
                <a:gridCol w="3306775">
                  <a:extLst>
                    <a:ext uri="{9D8B030D-6E8A-4147-A177-3AD203B41FA5}">
                      <a16:colId xmlns:a16="http://schemas.microsoft.com/office/drawing/2014/main" val="20003"/>
                    </a:ext>
                  </a:extLst>
                </a:gridCol>
              </a:tblGrid>
              <a:tr h="574625">
                <a:tc>
                  <a:txBody>
                    <a:bodyPr/>
                    <a:lstStyle/>
                    <a:p>
                      <a:pPr marL="0" marR="0" lvl="0" indent="0" algn="ctr" rtl="0">
                        <a:lnSpc>
                          <a:spcPct val="100000"/>
                        </a:lnSpc>
                        <a:spcBef>
                          <a:spcPts val="0"/>
                        </a:spcBef>
                        <a:spcAft>
                          <a:spcPts val="0"/>
                        </a:spcAft>
                        <a:buClr>
                          <a:srgbClr val="000000"/>
                        </a:buClr>
                        <a:buSzPts val="2400"/>
                        <a:buFont typeface="Arial"/>
                        <a:buNone/>
                      </a:pPr>
                      <a:r>
                        <a:rPr lang="en-US" sz="2400" u="none" strike="noStrike" cap="none">
                          <a:latin typeface="Times New Roman"/>
                          <a:ea typeface="Times New Roman"/>
                          <a:cs typeface="Times New Roman"/>
                          <a:sym typeface="Times New Roman"/>
                        </a:rPr>
                        <a:t>Student ID</a:t>
                      </a:r>
                      <a:endParaRPr sz="1400" u="none" strike="noStrike" cap="none"/>
                    </a:p>
                  </a:txBody>
                  <a:tcPr marL="91450" marR="91450" marT="45725" marB="45725">
                    <a:solidFill>
                      <a:schemeClr val="dk2"/>
                    </a:solidFill>
                  </a:tcPr>
                </a:tc>
                <a:tc>
                  <a:txBody>
                    <a:bodyPr/>
                    <a:lstStyle/>
                    <a:p>
                      <a:pPr marL="0" marR="0" lvl="0" indent="0" algn="ctr" rtl="0">
                        <a:lnSpc>
                          <a:spcPct val="100000"/>
                        </a:lnSpc>
                        <a:spcBef>
                          <a:spcPts val="0"/>
                        </a:spcBef>
                        <a:spcAft>
                          <a:spcPts val="0"/>
                        </a:spcAft>
                        <a:buClr>
                          <a:srgbClr val="000000"/>
                        </a:buClr>
                        <a:buSzPts val="2400"/>
                        <a:buFont typeface="Arial"/>
                        <a:buNone/>
                      </a:pPr>
                      <a:r>
                        <a:rPr lang="en-US" sz="2400" u="none" strike="noStrike" cap="none">
                          <a:latin typeface="Times New Roman"/>
                          <a:ea typeface="Times New Roman"/>
                          <a:cs typeface="Times New Roman"/>
                          <a:sym typeface="Times New Roman"/>
                        </a:rPr>
                        <a:t>Student Name</a:t>
                      </a:r>
                      <a:endParaRPr sz="1400" u="none" strike="noStrike" cap="none"/>
                    </a:p>
                  </a:txBody>
                  <a:tcPr marL="91450" marR="91450" marT="45725" marB="45725">
                    <a:solidFill>
                      <a:schemeClr val="dk2"/>
                    </a:solidFill>
                  </a:tcPr>
                </a:tc>
                <a:tc>
                  <a:txBody>
                    <a:bodyPr/>
                    <a:lstStyle/>
                    <a:p>
                      <a:pPr marL="0" marR="0" lvl="0" indent="0" algn="ctr" rtl="0">
                        <a:lnSpc>
                          <a:spcPct val="100000"/>
                        </a:lnSpc>
                        <a:spcBef>
                          <a:spcPts val="0"/>
                        </a:spcBef>
                        <a:spcAft>
                          <a:spcPts val="0"/>
                        </a:spcAft>
                        <a:buClr>
                          <a:srgbClr val="000000"/>
                        </a:buClr>
                        <a:buSzPts val="2400"/>
                        <a:buFont typeface="Arial"/>
                        <a:buNone/>
                      </a:pPr>
                      <a:r>
                        <a:rPr lang="en-US" sz="2400" u="none" strike="noStrike" cap="none">
                          <a:latin typeface="Times New Roman"/>
                          <a:ea typeface="Times New Roman"/>
                          <a:cs typeface="Times New Roman"/>
                          <a:sym typeface="Times New Roman"/>
                        </a:rPr>
                        <a:t>Program</a:t>
                      </a:r>
                      <a:endParaRPr sz="1400" u="none" strike="noStrike" cap="none"/>
                    </a:p>
                  </a:txBody>
                  <a:tcPr marL="91450" marR="91450" marT="45725" marB="45725">
                    <a:solidFill>
                      <a:schemeClr val="dk2"/>
                    </a:solidFill>
                  </a:tcPr>
                </a:tc>
                <a:tc>
                  <a:txBody>
                    <a:bodyPr/>
                    <a:lstStyle/>
                    <a:p>
                      <a:pPr marL="0" marR="0" lvl="0" indent="0" algn="ctr" rtl="0">
                        <a:lnSpc>
                          <a:spcPct val="100000"/>
                        </a:lnSpc>
                        <a:spcBef>
                          <a:spcPts val="0"/>
                        </a:spcBef>
                        <a:spcAft>
                          <a:spcPts val="0"/>
                        </a:spcAft>
                        <a:buClr>
                          <a:srgbClr val="000000"/>
                        </a:buClr>
                        <a:buSzPts val="2400"/>
                        <a:buFont typeface="Arial"/>
                        <a:buNone/>
                      </a:pPr>
                      <a:r>
                        <a:rPr lang="en-US" sz="2400" u="none" strike="noStrike" cap="none">
                          <a:latin typeface="Times New Roman"/>
                          <a:ea typeface="Times New Roman"/>
                          <a:cs typeface="Times New Roman"/>
                          <a:sym typeface="Times New Roman"/>
                        </a:rPr>
                        <a:t>E-mail</a:t>
                      </a:r>
                      <a:endParaRPr sz="1400" u="none" strike="noStrike" cap="none"/>
                    </a:p>
                  </a:txBody>
                  <a:tcPr marL="91450" marR="91450" marT="45725" marB="45725">
                    <a:solidFill>
                      <a:schemeClr val="dk2"/>
                    </a:solidFill>
                  </a:tcPr>
                </a:tc>
                <a:extLst>
                  <a:ext uri="{0D108BD9-81ED-4DB2-BD59-A6C34878D82A}">
                    <a16:rowId xmlns:a16="http://schemas.microsoft.com/office/drawing/2014/main" val="10000"/>
                  </a:ext>
                </a:extLst>
              </a:tr>
              <a:tr h="804500">
                <a:tc>
                  <a:txBody>
                    <a:bodyPr/>
                    <a:lstStyle/>
                    <a:p>
                      <a:pPr marL="0" marR="0" lvl="0" indent="0" algn="ctr" rtl="0">
                        <a:lnSpc>
                          <a:spcPct val="100000"/>
                        </a:lnSpc>
                        <a:spcBef>
                          <a:spcPts val="0"/>
                        </a:spcBef>
                        <a:spcAft>
                          <a:spcPts val="0"/>
                        </a:spcAft>
                        <a:buClr>
                          <a:srgbClr val="000000"/>
                        </a:buClr>
                        <a:buSzPts val="1800"/>
                        <a:buFont typeface="Arial"/>
                        <a:buNone/>
                      </a:pPr>
                      <a:endParaRPr sz="1400" u="none" strike="noStrike" cap="none" dirty="0"/>
                    </a:p>
                  </a:txBody>
                  <a:tcPr marL="91450" marR="91450" marT="45725" marB="45725">
                    <a:solidFill>
                      <a:schemeClr val="lt2"/>
                    </a:solidFill>
                  </a:tcPr>
                </a:tc>
                <a:tc>
                  <a:txBody>
                    <a:bodyPr/>
                    <a:lstStyle/>
                    <a:p>
                      <a:pPr marL="0" marR="0" lvl="0" indent="0" algn="ctr" rtl="0">
                        <a:lnSpc>
                          <a:spcPct val="100000"/>
                        </a:lnSpc>
                        <a:spcBef>
                          <a:spcPts val="0"/>
                        </a:spcBef>
                        <a:spcAft>
                          <a:spcPts val="0"/>
                        </a:spcAft>
                        <a:buClr>
                          <a:schemeClr val="dk1"/>
                        </a:buClr>
                        <a:buSzPts val="1800"/>
                        <a:buFont typeface="Times New Roman"/>
                        <a:buNone/>
                      </a:pPr>
                      <a:endParaRPr sz="1400" u="none" strike="noStrike" cap="none" dirty="0"/>
                    </a:p>
                  </a:txBody>
                  <a:tcPr marL="91450" marR="91450" marT="45725" marB="45725">
                    <a:solidFill>
                      <a:schemeClr val="lt2"/>
                    </a:solidFill>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latin typeface="Times New Roman"/>
                          <a:ea typeface="Times New Roman"/>
                          <a:cs typeface="Times New Roman"/>
                          <a:sym typeface="Times New Roman"/>
                        </a:rPr>
                        <a:t>COMPUTER SCIENCE</a:t>
                      </a:r>
                      <a:endParaRPr sz="1400" u="none" strike="noStrike" cap="none"/>
                    </a:p>
                  </a:txBody>
                  <a:tcPr marL="91450" marR="91450" marT="45725" marB="45725">
                    <a:solidFill>
                      <a:schemeClr val="lt2"/>
                    </a:solidFill>
                  </a:tcPr>
                </a:tc>
                <a:tc>
                  <a:txBody>
                    <a:bodyPr/>
                    <a:lstStyle/>
                    <a:p>
                      <a:pPr marL="0" marR="0" lvl="0" indent="0" algn="l" rtl="0">
                        <a:lnSpc>
                          <a:spcPct val="100000"/>
                        </a:lnSpc>
                        <a:spcBef>
                          <a:spcPts val="0"/>
                        </a:spcBef>
                        <a:spcAft>
                          <a:spcPts val="0"/>
                        </a:spcAft>
                        <a:buClr>
                          <a:srgbClr val="000000"/>
                        </a:buClr>
                        <a:buSzPts val="1800"/>
                        <a:buFont typeface="Arial"/>
                        <a:buNone/>
                      </a:pPr>
                      <a:r>
                        <a:rPr lang="en-US" sz="1800" u="none" strike="noStrike" cap="none" dirty="0">
                          <a:solidFill>
                            <a:schemeClr val="dk1"/>
                          </a:solidFill>
                          <a:latin typeface="Times New Roman"/>
                          <a:ea typeface="Times New Roman"/>
                          <a:cs typeface="Times New Roman"/>
                          <a:sym typeface="Times New Roman"/>
                        </a:rPr>
                        <a:t>  </a:t>
                      </a:r>
                      <a:r>
                        <a:rPr lang="en-US" sz="1800" u="none" strike="noStrike" cap="none" dirty="0" err="1">
                          <a:solidFill>
                            <a:schemeClr val="dk1"/>
                          </a:solidFill>
                          <a:latin typeface="Times New Roman"/>
                          <a:ea typeface="Times New Roman"/>
                          <a:cs typeface="Times New Roman"/>
                          <a:sym typeface="Times New Roman"/>
                        </a:rPr>
                        <a:t>students.riphah.edu.pk</a:t>
                      </a:r>
                      <a:r>
                        <a:rPr lang="en-US" sz="1800" u="none" strike="noStrike" cap="none" dirty="0">
                          <a:latin typeface="Times New Roman"/>
                          <a:ea typeface="Times New Roman"/>
                          <a:cs typeface="Times New Roman"/>
                          <a:sym typeface="Times New Roman"/>
                        </a:rPr>
                        <a:t> </a:t>
                      </a:r>
                      <a:endParaRPr sz="1800" u="none" strike="noStrike" cap="none" dirty="0">
                        <a:latin typeface="Times New Roman"/>
                        <a:ea typeface="Times New Roman"/>
                        <a:cs typeface="Times New Roman"/>
                        <a:sym typeface="Times New Roman"/>
                      </a:endParaRPr>
                    </a:p>
                  </a:txBody>
                  <a:tcPr marL="91450" marR="91450" marT="45725" marB="45725">
                    <a:solidFill>
                      <a:schemeClr val="lt2"/>
                    </a:solidFill>
                  </a:tcPr>
                </a:tc>
                <a:extLst>
                  <a:ext uri="{0D108BD9-81ED-4DB2-BD59-A6C34878D82A}">
                    <a16:rowId xmlns:a16="http://schemas.microsoft.com/office/drawing/2014/main" val="10001"/>
                  </a:ext>
                </a:extLst>
              </a:tr>
              <a:tr h="804500">
                <a:tc>
                  <a:txBody>
                    <a:bodyPr/>
                    <a:lstStyle/>
                    <a:p>
                      <a:pPr marL="0" marR="0" lvl="0" indent="0" algn="ctr" rtl="0">
                        <a:lnSpc>
                          <a:spcPct val="100000"/>
                        </a:lnSpc>
                        <a:spcBef>
                          <a:spcPts val="0"/>
                        </a:spcBef>
                        <a:spcAft>
                          <a:spcPts val="0"/>
                        </a:spcAft>
                        <a:buClr>
                          <a:srgbClr val="000000"/>
                        </a:buClr>
                        <a:buSzPts val="1800"/>
                        <a:buFont typeface="Arial"/>
                        <a:buNone/>
                      </a:pPr>
                      <a:endParaRPr sz="1400" u="none" strike="noStrike" cap="none" dirty="0"/>
                    </a:p>
                  </a:txBody>
                  <a:tcPr marL="91450" marR="91450" marT="45725" marB="45725">
                    <a:solidFill>
                      <a:schemeClr val="lt2"/>
                    </a:solidFill>
                  </a:tcPr>
                </a:tc>
                <a:tc>
                  <a:txBody>
                    <a:bodyPr/>
                    <a:lstStyle/>
                    <a:p>
                      <a:pPr marL="0" marR="0" lvl="0" indent="0" algn="ctr" rtl="0">
                        <a:lnSpc>
                          <a:spcPct val="100000"/>
                        </a:lnSpc>
                        <a:spcBef>
                          <a:spcPts val="0"/>
                        </a:spcBef>
                        <a:spcAft>
                          <a:spcPts val="0"/>
                        </a:spcAft>
                        <a:buClr>
                          <a:schemeClr val="dk1"/>
                        </a:buClr>
                        <a:buSzPts val="1800"/>
                        <a:buFont typeface="Times New Roman"/>
                        <a:buNone/>
                      </a:pPr>
                      <a:endParaRPr sz="1400" u="none" strike="noStrike" cap="none" dirty="0"/>
                    </a:p>
                  </a:txBody>
                  <a:tcPr marL="91450" marR="91450" marT="45725" marB="45725">
                    <a:solidFill>
                      <a:schemeClr val="lt2"/>
                    </a:solidFill>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latin typeface="Times New Roman"/>
                          <a:ea typeface="Times New Roman"/>
                          <a:cs typeface="Times New Roman"/>
                          <a:sym typeface="Times New Roman"/>
                        </a:rPr>
                        <a:t>COMPUTER SCIENCE</a:t>
                      </a:r>
                      <a:endParaRPr sz="1400" u="none" strike="noStrike" cap="none"/>
                    </a:p>
                  </a:txBody>
                  <a:tcPr marL="91450" marR="91450" marT="45725" marB="45725">
                    <a:solidFill>
                      <a:schemeClr val="lt2"/>
                    </a:solidFill>
                  </a:tcPr>
                </a:tc>
                <a:tc>
                  <a:txBody>
                    <a:bodyPr/>
                    <a:lstStyle/>
                    <a:p>
                      <a:pPr marL="0" marR="0" lvl="0" indent="0" algn="l" rtl="0">
                        <a:lnSpc>
                          <a:spcPct val="100000"/>
                        </a:lnSpc>
                        <a:spcBef>
                          <a:spcPts val="0"/>
                        </a:spcBef>
                        <a:spcAft>
                          <a:spcPts val="0"/>
                        </a:spcAft>
                        <a:buClr>
                          <a:srgbClr val="000000"/>
                        </a:buClr>
                        <a:buSzPts val="1800"/>
                        <a:buFont typeface="Arial"/>
                        <a:buNone/>
                      </a:pPr>
                      <a:r>
                        <a:rPr lang="en-US" sz="1800" u="none" strike="noStrike" cap="none" dirty="0">
                          <a:solidFill>
                            <a:schemeClr val="dk1"/>
                          </a:solidFill>
                          <a:latin typeface="Times New Roman"/>
                          <a:ea typeface="Times New Roman"/>
                          <a:cs typeface="Times New Roman"/>
                          <a:sym typeface="Times New Roman"/>
                        </a:rPr>
                        <a:t>@students.riphah.edu.pk</a:t>
                      </a:r>
                      <a:r>
                        <a:rPr lang="en-US" sz="1800" u="none" strike="noStrike" cap="none" dirty="0">
                          <a:latin typeface="Times New Roman"/>
                          <a:ea typeface="Times New Roman"/>
                          <a:cs typeface="Times New Roman"/>
                          <a:sym typeface="Times New Roman"/>
                        </a:rPr>
                        <a:t> </a:t>
                      </a:r>
                      <a:endParaRPr sz="1800" u="none" strike="noStrike" cap="none" dirty="0">
                        <a:latin typeface="Times New Roman"/>
                        <a:ea typeface="Times New Roman"/>
                        <a:cs typeface="Times New Roman"/>
                        <a:sym typeface="Times New Roman"/>
                      </a:endParaRPr>
                    </a:p>
                  </a:txBody>
                  <a:tcPr marL="91450" marR="91450" marT="45725" marB="45725">
                    <a:solidFill>
                      <a:schemeClr val="lt2"/>
                    </a:solidFill>
                  </a:tcPr>
                </a:tc>
                <a:extLst>
                  <a:ext uri="{0D108BD9-81ED-4DB2-BD59-A6C34878D82A}">
                    <a16:rowId xmlns:a16="http://schemas.microsoft.com/office/drawing/2014/main" val="10002"/>
                  </a:ext>
                </a:extLst>
              </a:tr>
            </a:tbl>
          </a:graphicData>
        </a:graphic>
      </p:graphicFrame>
      <p:graphicFrame>
        <p:nvGraphicFramePr>
          <p:cNvPr id="329" name="Google Shape;329;p35"/>
          <p:cNvGraphicFramePr/>
          <p:nvPr>
            <p:extLst>
              <p:ext uri="{D42A27DB-BD31-4B8C-83A1-F6EECF244321}">
                <p14:modId xmlns:p14="http://schemas.microsoft.com/office/powerpoint/2010/main" val="1910868881"/>
              </p:ext>
            </p:extLst>
          </p:nvPr>
        </p:nvGraphicFramePr>
        <p:xfrm>
          <a:off x="1491010" y="4458021"/>
          <a:ext cx="9889575" cy="1860365"/>
        </p:xfrm>
        <a:graphic>
          <a:graphicData uri="http://schemas.openxmlformats.org/drawingml/2006/table">
            <a:tbl>
              <a:tblPr firstRow="1" bandRow="1">
                <a:noFill/>
                <a:tableStyleId>{96204BB6-B0EA-416B-8818-60C502C0C65E}</a:tableStyleId>
              </a:tblPr>
              <a:tblGrid>
                <a:gridCol w="3296525">
                  <a:extLst>
                    <a:ext uri="{9D8B030D-6E8A-4147-A177-3AD203B41FA5}">
                      <a16:colId xmlns:a16="http://schemas.microsoft.com/office/drawing/2014/main" val="20000"/>
                    </a:ext>
                  </a:extLst>
                </a:gridCol>
                <a:gridCol w="3296525">
                  <a:extLst>
                    <a:ext uri="{9D8B030D-6E8A-4147-A177-3AD203B41FA5}">
                      <a16:colId xmlns:a16="http://schemas.microsoft.com/office/drawing/2014/main" val="20001"/>
                    </a:ext>
                  </a:extLst>
                </a:gridCol>
                <a:gridCol w="3296525">
                  <a:extLst>
                    <a:ext uri="{9D8B030D-6E8A-4147-A177-3AD203B41FA5}">
                      <a16:colId xmlns:a16="http://schemas.microsoft.com/office/drawing/2014/main" val="20002"/>
                    </a:ext>
                  </a:extLst>
                </a:gridCol>
              </a:tblGrid>
              <a:tr h="605925">
                <a:tc>
                  <a:txBody>
                    <a:bodyPr/>
                    <a:lstStyle/>
                    <a:p>
                      <a:pPr marL="0" marR="0" lvl="0" indent="0" algn="ctr" rtl="0">
                        <a:lnSpc>
                          <a:spcPct val="100000"/>
                        </a:lnSpc>
                        <a:spcBef>
                          <a:spcPts val="0"/>
                        </a:spcBef>
                        <a:spcAft>
                          <a:spcPts val="0"/>
                        </a:spcAft>
                        <a:buClr>
                          <a:srgbClr val="000000"/>
                        </a:buClr>
                        <a:buSzPts val="2400"/>
                        <a:buFont typeface="Arial"/>
                        <a:buNone/>
                      </a:pPr>
                      <a:r>
                        <a:rPr lang="en-US" sz="2400" u="none" strike="noStrike" cap="none" dirty="0">
                          <a:latin typeface="Times New Roman"/>
                          <a:ea typeface="Times New Roman"/>
                          <a:cs typeface="Times New Roman"/>
                          <a:sym typeface="Times New Roman"/>
                        </a:rPr>
                        <a:t>Supervisor(s) Name</a:t>
                      </a:r>
                      <a:endParaRPr sz="1400" u="none" strike="noStrike" cap="none" dirty="0"/>
                    </a:p>
                  </a:txBody>
                  <a:tcPr marL="91450" marR="91450" marT="45725" marB="45725">
                    <a:solidFill>
                      <a:schemeClr val="dk2"/>
                    </a:solidFill>
                  </a:tcPr>
                </a:tc>
                <a:tc>
                  <a:txBody>
                    <a:bodyPr/>
                    <a:lstStyle/>
                    <a:p>
                      <a:pPr marL="0" marR="0" lvl="0" indent="0" algn="ctr" rtl="0">
                        <a:lnSpc>
                          <a:spcPct val="100000"/>
                        </a:lnSpc>
                        <a:spcBef>
                          <a:spcPts val="0"/>
                        </a:spcBef>
                        <a:spcAft>
                          <a:spcPts val="0"/>
                        </a:spcAft>
                        <a:buClr>
                          <a:srgbClr val="000000"/>
                        </a:buClr>
                        <a:buSzPts val="2400"/>
                        <a:buFont typeface="Arial"/>
                        <a:buNone/>
                      </a:pPr>
                      <a:r>
                        <a:rPr lang="en-US" sz="2400" u="none" strike="noStrike" cap="none">
                          <a:latin typeface="Times New Roman"/>
                          <a:ea typeface="Times New Roman"/>
                          <a:cs typeface="Times New Roman"/>
                          <a:sym typeface="Times New Roman"/>
                        </a:rPr>
                        <a:t>Designation</a:t>
                      </a:r>
                      <a:endParaRPr sz="1400" u="none" strike="noStrike" cap="none"/>
                    </a:p>
                  </a:txBody>
                  <a:tcPr marL="91450" marR="91450" marT="45725" marB="45725">
                    <a:solidFill>
                      <a:schemeClr val="dk2"/>
                    </a:solidFill>
                  </a:tcPr>
                </a:tc>
                <a:tc>
                  <a:txBody>
                    <a:bodyPr/>
                    <a:lstStyle/>
                    <a:p>
                      <a:pPr marL="0" marR="0" lvl="0" indent="0" algn="ctr" rtl="0">
                        <a:lnSpc>
                          <a:spcPct val="100000"/>
                        </a:lnSpc>
                        <a:spcBef>
                          <a:spcPts val="0"/>
                        </a:spcBef>
                        <a:spcAft>
                          <a:spcPts val="0"/>
                        </a:spcAft>
                        <a:buClr>
                          <a:srgbClr val="000000"/>
                        </a:buClr>
                        <a:buSzPts val="2400"/>
                        <a:buFont typeface="Arial"/>
                        <a:buNone/>
                      </a:pPr>
                      <a:r>
                        <a:rPr lang="en-US" sz="2400" u="none" strike="noStrike" cap="none">
                          <a:latin typeface="Times New Roman"/>
                          <a:ea typeface="Times New Roman"/>
                          <a:cs typeface="Times New Roman"/>
                          <a:sym typeface="Times New Roman"/>
                        </a:rPr>
                        <a:t>E-mail</a:t>
                      </a:r>
                      <a:endParaRPr sz="1400" u="none" strike="noStrike" cap="none"/>
                    </a:p>
                  </a:txBody>
                  <a:tcPr marL="91450" marR="91450" marT="45725" marB="45725">
                    <a:solidFill>
                      <a:schemeClr val="dk2"/>
                    </a:solidFill>
                  </a:tcPr>
                </a:tc>
                <a:extLst>
                  <a:ext uri="{0D108BD9-81ED-4DB2-BD59-A6C34878D82A}">
                    <a16:rowId xmlns:a16="http://schemas.microsoft.com/office/drawing/2014/main" val="10000"/>
                  </a:ext>
                </a:extLst>
              </a:tr>
              <a:tr h="614350">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latin typeface="Times New Roman"/>
                          <a:ea typeface="Times New Roman"/>
                          <a:cs typeface="Times New Roman"/>
                          <a:sym typeface="Times New Roman"/>
                        </a:rPr>
                        <a:t>Ms. ZARMINA JAHANGIR</a:t>
                      </a:r>
                      <a:endParaRPr sz="1400" u="none" strike="noStrike" cap="none"/>
                    </a:p>
                  </a:txBody>
                  <a:tcPr marL="91450" marR="91450" marT="45725" marB="45725">
                    <a:solidFill>
                      <a:schemeClr val="lt2"/>
                    </a:solidFill>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latin typeface="Times New Roman"/>
                          <a:ea typeface="Times New Roman"/>
                          <a:cs typeface="Times New Roman"/>
                          <a:sym typeface="Times New Roman"/>
                        </a:rPr>
                        <a:t>Senior Lecturer</a:t>
                      </a:r>
                      <a:endParaRPr sz="1400" u="none" strike="noStrike" cap="none"/>
                    </a:p>
                  </a:txBody>
                  <a:tcPr marL="91450" marR="91450" marT="45725" marB="45725">
                    <a:solidFill>
                      <a:schemeClr val="lt2"/>
                    </a:solidFill>
                  </a:tcPr>
                </a:tc>
                <a:tc>
                  <a:txBody>
                    <a:bodyPr/>
                    <a:lstStyle/>
                    <a:p>
                      <a:pPr marL="0" marR="0" lvl="0" indent="0" algn="l" rtl="0">
                        <a:lnSpc>
                          <a:spcPct val="100000"/>
                        </a:lnSpc>
                        <a:spcBef>
                          <a:spcPts val="0"/>
                        </a:spcBef>
                        <a:spcAft>
                          <a:spcPts val="0"/>
                        </a:spcAft>
                        <a:buClr>
                          <a:srgbClr val="000000"/>
                        </a:buClr>
                        <a:buSzPts val="1800"/>
                        <a:buFont typeface="Arial"/>
                        <a:buNone/>
                      </a:pPr>
                      <a:r>
                        <a:rPr lang="en-US" sz="1800" u="none" strike="noStrike" cap="none" dirty="0">
                          <a:latin typeface="Times New Roman"/>
                          <a:ea typeface="Times New Roman"/>
                          <a:cs typeface="Times New Roman"/>
                          <a:sym typeface="Times New Roman"/>
                        </a:rPr>
                        <a:t>@</a:t>
                      </a:r>
                      <a:r>
                        <a:rPr lang="en-US" sz="1800" u="none" strike="noStrike" cap="none" dirty="0" err="1">
                          <a:latin typeface="Times New Roman"/>
                          <a:ea typeface="Times New Roman"/>
                          <a:cs typeface="Times New Roman"/>
                          <a:sym typeface="Times New Roman"/>
                        </a:rPr>
                        <a:t>riphah.edu.pk</a:t>
                      </a:r>
                      <a:endParaRPr sz="1800" u="none" strike="noStrike" cap="none" dirty="0">
                        <a:latin typeface="Times New Roman"/>
                        <a:ea typeface="Times New Roman"/>
                        <a:cs typeface="Times New Roman"/>
                        <a:sym typeface="Times New Roman"/>
                      </a:endParaRPr>
                    </a:p>
                  </a:txBody>
                  <a:tcPr marL="91450" marR="91450" marT="45725" marB="45725">
                    <a:solidFill>
                      <a:schemeClr val="lt2"/>
                    </a:solidFill>
                  </a:tcPr>
                </a:tc>
                <a:extLst>
                  <a:ext uri="{0D108BD9-81ED-4DB2-BD59-A6C34878D82A}">
                    <a16:rowId xmlns:a16="http://schemas.microsoft.com/office/drawing/2014/main" val="10001"/>
                  </a:ext>
                </a:extLst>
              </a:tr>
              <a:tr h="614350">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latin typeface="Times New Roman"/>
                          <a:ea typeface="Times New Roman"/>
                          <a:cs typeface="Times New Roman"/>
                          <a:sym typeface="Times New Roman"/>
                        </a:rPr>
                        <a:t>Ms. ZULLATUN</a:t>
                      </a:r>
                      <a:endParaRPr sz="1400" u="none" strike="noStrike" cap="none"/>
                    </a:p>
                    <a:p>
                      <a:pPr marL="0" marR="0" lvl="0" indent="0" algn="ctr" rtl="0">
                        <a:lnSpc>
                          <a:spcPct val="100000"/>
                        </a:lnSpc>
                        <a:spcBef>
                          <a:spcPts val="0"/>
                        </a:spcBef>
                        <a:spcAft>
                          <a:spcPts val="0"/>
                        </a:spcAft>
                        <a:buClr>
                          <a:srgbClr val="000000"/>
                        </a:buClr>
                        <a:buSzPts val="1800"/>
                        <a:buFont typeface="Arial"/>
                        <a:buNone/>
                      </a:pPr>
                      <a:r>
                        <a:rPr lang="en-US" sz="1800" u="none" strike="noStrike" cap="none">
                          <a:latin typeface="Times New Roman"/>
                          <a:ea typeface="Times New Roman"/>
                          <a:cs typeface="Times New Roman"/>
                          <a:sym typeface="Times New Roman"/>
                        </a:rPr>
                        <a:t>GUL</a:t>
                      </a:r>
                      <a:endParaRPr sz="1400" u="none" strike="noStrike" cap="none"/>
                    </a:p>
                  </a:txBody>
                  <a:tcPr marL="91450" marR="91450" marT="45725" marB="45725">
                    <a:solidFill>
                      <a:schemeClr val="lt2"/>
                    </a:solidFill>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latin typeface="Times New Roman"/>
                          <a:ea typeface="Times New Roman"/>
                          <a:cs typeface="Times New Roman"/>
                          <a:sym typeface="Times New Roman"/>
                        </a:rPr>
                        <a:t>Lecturer</a:t>
                      </a:r>
                      <a:endParaRPr sz="1400" u="none" strike="noStrike" cap="none"/>
                    </a:p>
                  </a:txBody>
                  <a:tcPr marL="91450" marR="91450" marT="45725" marB="45725">
                    <a:solidFill>
                      <a:schemeClr val="lt2"/>
                    </a:solidFill>
                  </a:tcPr>
                </a:tc>
                <a:tc>
                  <a:txBody>
                    <a:bodyPr/>
                    <a:lstStyle/>
                    <a:p>
                      <a:pPr marL="0" marR="0" lvl="0" indent="0" algn="l" rtl="0">
                        <a:lnSpc>
                          <a:spcPct val="100000"/>
                        </a:lnSpc>
                        <a:spcBef>
                          <a:spcPts val="0"/>
                        </a:spcBef>
                        <a:spcAft>
                          <a:spcPts val="0"/>
                        </a:spcAft>
                        <a:buClr>
                          <a:schemeClr val="dk1"/>
                        </a:buClr>
                        <a:buSzPts val="1800"/>
                        <a:buFont typeface="Times New Roman"/>
                        <a:buNone/>
                      </a:pPr>
                      <a:r>
                        <a:rPr lang="en-US" sz="1800" u="none" strike="noStrike" cap="none" dirty="0">
                          <a:latin typeface="Times New Roman"/>
                          <a:ea typeface="Times New Roman"/>
                          <a:cs typeface="Times New Roman"/>
                          <a:sym typeface="Times New Roman"/>
                        </a:rPr>
                        <a:t>@</a:t>
                      </a:r>
                      <a:r>
                        <a:rPr lang="en-US" sz="1800" u="none" strike="noStrike" cap="none" dirty="0" err="1">
                          <a:latin typeface="Times New Roman"/>
                          <a:ea typeface="Times New Roman"/>
                          <a:cs typeface="Times New Roman"/>
                          <a:sym typeface="Times New Roman"/>
                        </a:rPr>
                        <a:t>riphah.edu.pk</a:t>
                      </a:r>
                      <a:endParaRPr sz="1400" u="none" strike="noStrike" cap="none" dirty="0"/>
                    </a:p>
                    <a:p>
                      <a:pPr marL="0" marR="0" lvl="0" indent="0" algn="l" rtl="0">
                        <a:lnSpc>
                          <a:spcPct val="100000"/>
                        </a:lnSpc>
                        <a:spcBef>
                          <a:spcPts val="0"/>
                        </a:spcBef>
                        <a:spcAft>
                          <a:spcPts val="0"/>
                        </a:spcAft>
                        <a:buClr>
                          <a:srgbClr val="000000"/>
                        </a:buClr>
                        <a:buSzPts val="1800"/>
                        <a:buFont typeface="Arial"/>
                        <a:buNone/>
                      </a:pPr>
                      <a:endParaRPr sz="1800" u="none" strike="noStrike" cap="none" dirty="0">
                        <a:latin typeface="Times New Roman"/>
                        <a:ea typeface="Times New Roman"/>
                        <a:cs typeface="Times New Roman"/>
                        <a:sym typeface="Times New Roman"/>
                      </a:endParaRPr>
                    </a:p>
                  </a:txBody>
                  <a:tcPr marL="91450" marR="91450" marT="45725" marB="45725">
                    <a:solidFill>
                      <a:schemeClr val="lt2"/>
                    </a:solidFill>
                  </a:tcPr>
                </a:tc>
                <a:extLst>
                  <a:ext uri="{0D108BD9-81ED-4DB2-BD59-A6C34878D82A}">
                    <a16:rowId xmlns:a16="http://schemas.microsoft.com/office/drawing/2014/main" val="10002"/>
                  </a:ext>
                </a:extLst>
              </a:tr>
            </a:tbl>
          </a:graphicData>
        </a:graphic>
      </p:graphicFrame>
      <p:sp>
        <p:nvSpPr>
          <p:cNvPr id="330" name="Google Shape;330;p35"/>
          <p:cNvSpPr/>
          <p:nvPr/>
        </p:nvSpPr>
        <p:spPr>
          <a:xfrm>
            <a:off x="11107344" y="203981"/>
            <a:ext cx="807993" cy="780757"/>
          </a:xfrm>
          <a:prstGeom prst="ellipse">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1" name="Google Shape;331;p35"/>
          <p:cNvSpPr txBox="1">
            <a:spLocks noGrp="1"/>
          </p:cNvSpPr>
          <p:nvPr>
            <p:ph type="ftr" idx="11"/>
          </p:nvPr>
        </p:nvSpPr>
        <p:spPr>
          <a:xfrm>
            <a:off x="9658031" y="6471456"/>
            <a:ext cx="7619999" cy="365125"/>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SzPts val="1400"/>
              <a:buNone/>
            </a:pPr>
            <a:r>
              <a:rPr lang="en-US"/>
              <a:t>Riphah School of Conputing &amp; Innovation</a:t>
            </a:r>
            <a:endParaRPr/>
          </a:p>
        </p:txBody>
      </p:sp>
      <p:pic>
        <p:nvPicPr>
          <p:cNvPr id="2" name="Google Shape;320;p34">
            <a:extLst>
              <a:ext uri="{FF2B5EF4-FFF2-40B4-BE49-F238E27FC236}">
                <a16:creationId xmlns:a16="http://schemas.microsoft.com/office/drawing/2014/main" id="{62005679-B10B-709B-EF51-C3B1E0FE762E}"/>
              </a:ext>
            </a:extLst>
          </p:cNvPr>
          <p:cNvPicPr preferRelativeResize="0"/>
          <p:nvPr/>
        </p:nvPicPr>
        <p:blipFill rotWithShape="1">
          <a:blip r:embed="rId3">
            <a:alphaModFix/>
          </a:blip>
          <a:srcRect l="9140" t="17178" r="11995" b="4952"/>
          <a:stretch/>
        </p:blipFill>
        <p:spPr>
          <a:xfrm>
            <a:off x="11107344" y="203981"/>
            <a:ext cx="807900" cy="780900"/>
          </a:xfrm>
          <a:prstGeom prst="ellipse">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335"/>
        <p:cNvGrpSpPr/>
        <p:nvPr/>
      </p:nvGrpSpPr>
      <p:grpSpPr>
        <a:xfrm>
          <a:off x="0" y="0"/>
          <a:ext cx="0" cy="0"/>
          <a:chOff x="0" y="0"/>
          <a:chExt cx="0" cy="0"/>
        </a:xfrm>
      </p:grpSpPr>
      <p:sp>
        <p:nvSpPr>
          <p:cNvPr id="336" name="Google Shape;336;p36"/>
          <p:cNvSpPr txBox="1">
            <a:spLocks noGrp="1"/>
          </p:cNvSpPr>
          <p:nvPr>
            <p:ph type="title"/>
          </p:nvPr>
        </p:nvSpPr>
        <p:spPr>
          <a:xfrm>
            <a:off x="4964822" y="820169"/>
            <a:ext cx="8911800" cy="128100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Clr>
                <a:srgbClr val="244149"/>
              </a:buClr>
              <a:buSzPts val="3600"/>
              <a:buFont typeface="Times New Roman"/>
              <a:buNone/>
            </a:pPr>
            <a:r>
              <a:rPr lang="en-US" b="1" dirty="0">
                <a:solidFill>
                  <a:srgbClr val="244149"/>
                </a:solidFill>
                <a:latin typeface="Times New Roman"/>
                <a:ea typeface="Times New Roman"/>
                <a:cs typeface="Times New Roman"/>
                <a:sym typeface="Times New Roman"/>
              </a:rPr>
              <a:t>AGENDA</a:t>
            </a:r>
            <a:endParaRPr dirty="0">
              <a:solidFill>
                <a:srgbClr val="244149"/>
              </a:solidFill>
            </a:endParaRPr>
          </a:p>
        </p:txBody>
      </p:sp>
      <p:sp>
        <p:nvSpPr>
          <p:cNvPr id="337" name="Google Shape;337;p36"/>
          <p:cNvSpPr txBox="1">
            <a:spLocks noGrp="1"/>
          </p:cNvSpPr>
          <p:nvPr>
            <p:ph type="body" idx="1"/>
          </p:nvPr>
        </p:nvSpPr>
        <p:spPr>
          <a:xfrm>
            <a:off x="2771334" y="1856936"/>
            <a:ext cx="8733300" cy="4293300"/>
          </a:xfrm>
          <a:prstGeom prst="rect">
            <a:avLst/>
          </a:prstGeom>
          <a:noFill/>
          <a:ln>
            <a:noFill/>
          </a:ln>
        </p:spPr>
        <p:txBody>
          <a:bodyPr spcFirstLastPara="1" wrap="square" lIns="91425" tIns="45700" rIns="91425" bIns="45700" anchor="t" anchorCtr="0">
            <a:normAutofit/>
          </a:bodyPr>
          <a:lstStyle/>
          <a:p>
            <a:pPr marL="285750" indent="-285750">
              <a:spcBef>
                <a:spcPts val="0"/>
              </a:spcBef>
              <a:buFont typeface="Wingdings" pitchFamily="2" charset="2"/>
              <a:buChar char="§"/>
            </a:pPr>
            <a:r>
              <a:rPr lang="en-US" dirty="0">
                <a:solidFill>
                  <a:schemeClr val="dk1"/>
                </a:solidFill>
                <a:latin typeface="Times New Roman" panose="02020603050405020304" pitchFamily="18" charset="0"/>
                <a:ea typeface="Times New Roman"/>
                <a:cs typeface="Times New Roman" panose="02020603050405020304" pitchFamily="18" charset="0"/>
                <a:sym typeface="Times New Roman"/>
              </a:rPr>
              <a:t>Introduction</a:t>
            </a:r>
            <a:endParaRPr dirty="0">
              <a:latin typeface="Times New Roman" panose="02020603050405020304" pitchFamily="18" charset="0"/>
              <a:cs typeface="Times New Roman" panose="02020603050405020304" pitchFamily="18" charset="0"/>
            </a:endParaRPr>
          </a:p>
          <a:p>
            <a:pPr marL="285750" indent="-285750">
              <a:buFont typeface="Wingdings" pitchFamily="2" charset="2"/>
              <a:buChar char="§"/>
            </a:pPr>
            <a:r>
              <a:rPr lang="en-US" dirty="0">
                <a:solidFill>
                  <a:schemeClr val="dk1"/>
                </a:solidFill>
                <a:latin typeface="Times New Roman" panose="02020603050405020304" pitchFamily="18" charset="0"/>
                <a:ea typeface="Times New Roman"/>
                <a:cs typeface="Times New Roman" panose="02020603050405020304" pitchFamily="18" charset="0"/>
                <a:sym typeface="Times New Roman"/>
              </a:rPr>
              <a:t>Problem Statement</a:t>
            </a:r>
            <a:endParaRPr dirty="0">
              <a:latin typeface="Times New Roman" panose="02020603050405020304" pitchFamily="18" charset="0"/>
              <a:cs typeface="Times New Roman" panose="02020603050405020304" pitchFamily="18" charset="0"/>
            </a:endParaRPr>
          </a:p>
          <a:p>
            <a:pPr marL="285750" indent="-285750">
              <a:buFont typeface="Wingdings" pitchFamily="2" charset="2"/>
              <a:buChar char="§"/>
            </a:pPr>
            <a:r>
              <a:rPr lang="en-US" dirty="0">
                <a:solidFill>
                  <a:schemeClr val="dk1"/>
                </a:solidFill>
                <a:latin typeface="Times New Roman" panose="02020603050405020304" pitchFamily="18" charset="0"/>
                <a:ea typeface="Times New Roman"/>
                <a:cs typeface="Times New Roman" panose="02020603050405020304" pitchFamily="18" charset="0"/>
                <a:sym typeface="Times New Roman"/>
              </a:rPr>
              <a:t>Existing System / Competitive Analysis</a:t>
            </a:r>
            <a:endParaRPr dirty="0">
              <a:latin typeface="Times New Roman" panose="02020603050405020304" pitchFamily="18" charset="0"/>
              <a:cs typeface="Times New Roman" panose="02020603050405020304" pitchFamily="18" charset="0"/>
            </a:endParaRPr>
          </a:p>
          <a:p>
            <a:pPr marL="285750" indent="-285750">
              <a:buFont typeface="Wingdings" pitchFamily="2" charset="2"/>
              <a:buChar char="§"/>
            </a:pPr>
            <a:r>
              <a:rPr lang="en-US" dirty="0">
                <a:solidFill>
                  <a:schemeClr val="dk1"/>
                </a:solidFill>
                <a:latin typeface="Times New Roman" panose="02020603050405020304" pitchFamily="18" charset="0"/>
                <a:ea typeface="Times New Roman"/>
                <a:cs typeface="Times New Roman" panose="02020603050405020304" pitchFamily="18" charset="0"/>
                <a:sym typeface="Times New Roman"/>
              </a:rPr>
              <a:t>Proposed Solution</a:t>
            </a:r>
            <a:endParaRPr dirty="0">
              <a:latin typeface="Times New Roman" panose="02020603050405020304" pitchFamily="18" charset="0"/>
              <a:cs typeface="Times New Roman" panose="02020603050405020304" pitchFamily="18" charset="0"/>
            </a:endParaRPr>
          </a:p>
          <a:p>
            <a:pPr marL="285750" indent="-285750">
              <a:buFont typeface="Wingdings" pitchFamily="2" charset="2"/>
              <a:buChar char="§"/>
            </a:pPr>
            <a:r>
              <a:rPr lang="en-US" dirty="0">
                <a:solidFill>
                  <a:schemeClr val="dk1"/>
                </a:solidFill>
                <a:latin typeface="Times New Roman" panose="02020603050405020304" pitchFamily="18" charset="0"/>
                <a:ea typeface="Times New Roman"/>
                <a:cs typeface="Times New Roman" panose="02020603050405020304" pitchFamily="18" charset="0"/>
                <a:sym typeface="Times New Roman"/>
              </a:rPr>
              <a:t>Sustainable Development Goal Mapping</a:t>
            </a:r>
            <a:endParaRPr dirty="0">
              <a:latin typeface="Times New Roman" panose="02020603050405020304" pitchFamily="18" charset="0"/>
              <a:cs typeface="Times New Roman" panose="02020603050405020304" pitchFamily="18" charset="0"/>
            </a:endParaRPr>
          </a:p>
          <a:p>
            <a:pPr marL="285750" indent="-285750">
              <a:buFont typeface="Wingdings" pitchFamily="2" charset="2"/>
              <a:buChar char="§"/>
            </a:pPr>
            <a:r>
              <a:rPr lang="en-US" dirty="0">
                <a:solidFill>
                  <a:schemeClr val="dk1"/>
                </a:solidFill>
                <a:latin typeface="Times New Roman" panose="02020603050405020304" pitchFamily="18" charset="0"/>
                <a:ea typeface="Times New Roman"/>
                <a:cs typeface="Times New Roman" panose="02020603050405020304" pitchFamily="18" charset="0"/>
                <a:sym typeface="Times New Roman"/>
              </a:rPr>
              <a:t>Project Scope/ Project Features</a:t>
            </a:r>
            <a:endParaRPr dirty="0">
              <a:latin typeface="Times New Roman" panose="02020603050405020304" pitchFamily="18" charset="0"/>
              <a:cs typeface="Times New Roman" panose="02020603050405020304" pitchFamily="18" charset="0"/>
            </a:endParaRPr>
          </a:p>
          <a:p>
            <a:pPr marL="285750" indent="-285750">
              <a:buFont typeface="Wingdings" pitchFamily="2" charset="2"/>
              <a:buChar char="§"/>
            </a:pPr>
            <a:r>
              <a:rPr lang="en-US" dirty="0">
                <a:solidFill>
                  <a:schemeClr val="dk1"/>
                </a:solidFill>
                <a:latin typeface="Times New Roman" panose="02020603050405020304" pitchFamily="18" charset="0"/>
                <a:ea typeface="Times New Roman"/>
                <a:cs typeface="Times New Roman" panose="02020603050405020304" pitchFamily="18" charset="0"/>
                <a:sym typeface="Times New Roman"/>
              </a:rPr>
              <a:t>System Architectural Design</a:t>
            </a:r>
            <a:endParaRPr dirty="0">
              <a:latin typeface="Times New Roman" panose="02020603050405020304" pitchFamily="18" charset="0"/>
              <a:cs typeface="Times New Roman" panose="02020603050405020304" pitchFamily="18" charset="0"/>
            </a:endParaRPr>
          </a:p>
          <a:p>
            <a:pPr marL="285750" indent="-285750">
              <a:buFont typeface="Wingdings" pitchFamily="2" charset="2"/>
              <a:buChar char="§"/>
            </a:pPr>
            <a:r>
              <a:rPr lang="en-US" dirty="0">
                <a:solidFill>
                  <a:schemeClr val="dk1"/>
                </a:solidFill>
                <a:latin typeface="Times New Roman" panose="02020603050405020304" pitchFamily="18" charset="0"/>
                <a:ea typeface="Times New Roman"/>
                <a:cs typeface="Times New Roman" panose="02020603050405020304" pitchFamily="18" charset="0"/>
                <a:sym typeface="Times New Roman"/>
              </a:rPr>
              <a:t>Implementation Tools and Techniques</a:t>
            </a:r>
            <a:endParaRPr dirty="0">
              <a:latin typeface="Times New Roman" panose="02020603050405020304" pitchFamily="18" charset="0"/>
              <a:cs typeface="Times New Roman" panose="02020603050405020304" pitchFamily="18" charset="0"/>
            </a:endParaRPr>
          </a:p>
          <a:p>
            <a:pPr marL="285750" indent="-285750">
              <a:buFont typeface="Wingdings" pitchFamily="2" charset="2"/>
              <a:buChar char="§"/>
            </a:pPr>
            <a:r>
              <a:rPr lang="en-US" dirty="0">
                <a:solidFill>
                  <a:schemeClr val="dk1"/>
                </a:solidFill>
                <a:latin typeface="Times New Roman" panose="02020603050405020304" pitchFamily="18" charset="0"/>
                <a:ea typeface="Times New Roman"/>
                <a:cs typeface="Times New Roman" panose="02020603050405020304" pitchFamily="18" charset="0"/>
                <a:sym typeface="Times New Roman"/>
              </a:rPr>
              <a:t>Prototype / Report</a:t>
            </a:r>
            <a:endParaRPr dirty="0">
              <a:latin typeface="Times New Roman" panose="02020603050405020304" pitchFamily="18" charset="0"/>
              <a:cs typeface="Times New Roman" panose="02020603050405020304" pitchFamily="18" charset="0"/>
            </a:endParaRPr>
          </a:p>
          <a:p>
            <a:pPr marL="0" lvl="0" indent="0" algn="l" rtl="0">
              <a:spcBef>
                <a:spcPts val="1000"/>
              </a:spcBef>
              <a:spcAft>
                <a:spcPts val="0"/>
              </a:spcAft>
              <a:buSzPts val="1800"/>
              <a:buNone/>
            </a:pPr>
            <a:endParaRPr dirty="0"/>
          </a:p>
        </p:txBody>
      </p:sp>
      <p:pic>
        <p:nvPicPr>
          <p:cNvPr id="338" name="Google Shape;338;p36"/>
          <p:cNvPicPr preferRelativeResize="0"/>
          <p:nvPr/>
        </p:nvPicPr>
        <p:blipFill rotWithShape="1">
          <a:blip r:embed="rId3">
            <a:alphaModFix/>
          </a:blip>
          <a:srcRect l="9140" t="17178" r="11995" b="4952"/>
          <a:stretch/>
        </p:blipFill>
        <p:spPr>
          <a:xfrm>
            <a:off x="11107344" y="203981"/>
            <a:ext cx="807900" cy="780900"/>
          </a:xfrm>
          <a:prstGeom prst="ellipse">
            <a:avLst/>
          </a:prstGeom>
          <a:noFill/>
          <a:ln>
            <a:noFill/>
          </a:ln>
        </p:spPr>
      </p:pic>
      <p:sp>
        <p:nvSpPr>
          <p:cNvPr id="339" name="Google Shape;339;p36"/>
          <p:cNvSpPr txBox="1">
            <a:spLocks noGrp="1"/>
          </p:cNvSpPr>
          <p:nvPr>
            <p:ph type="ftr" idx="11"/>
          </p:nvPr>
        </p:nvSpPr>
        <p:spPr>
          <a:xfrm>
            <a:off x="9689684" y="6492875"/>
            <a:ext cx="7620000" cy="3651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a:t>Riphah School of Conputing &amp; Innovation</a:t>
            </a:r>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343"/>
        <p:cNvGrpSpPr/>
        <p:nvPr/>
      </p:nvGrpSpPr>
      <p:grpSpPr>
        <a:xfrm>
          <a:off x="0" y="0"/>
          <a:ext cx="0" cy="0"/>
          <a:chOff x="0" y="0"/>
          <a:chExt cx="0" cy="0"/>
        </a:xfrm>
      </p:grpSpPr>
      <p:sp>
        <p:nvSpPr>
          <p:cNvPr id="344" name="Google Shape;344;p37"/>
          <p:cNvSpPr txBox="1">
            <a:spLocks noGrp="1"/>
          </p:cNvSpPr>
          <p:nvPr>
            <p:ph type="title"/>
          </p:nvPr>
        </p:nvSpPr>
        <p:spPr>
          <a:xfrm>
            <a:off x="3930510" y="1216491"/>
            <a:ext cx="8972428" cy="1280890"/>
          </a:xfrm>
          <a:prstGeom prst="rect">
            <a:avLst/>
          </a:prstGeom>
          <a:noFill/>
          <a:ln>
            <a:noFill/>
          </a:ln>
        </p:spPr>
        <p:txBody>
          <a:bodyPr spcFirstLastPara="1" wrap="square" lIns="91425" tIns="45700" rIns="91425" bIns="45700" anchor="t" anchorCtr="0">
            <a:normAutofit/>
          </a:bodyPr>
          <a:lstStyle/>
          <a:p>
            <a:pPr marL="0" lvl="0" indent="0" algn="l" rtl="0">
              <a:lnSpc>
                <a:spcPct val="100000"/>
              </a:lnSpc>
              <a:spcBef>
                <a:spcPts val="0"/>
              </a:spcBef>
              <a:spcAft>
                <a:spcPts val="0"/>
              </a:spcAft>
              <a:buClr>
                <a:schemeClr val="dk2"/>
              </a:buClr>
              <a:buSzPts val="3600"/>
              <a:buFont typeface="Times New Roman"/>
              <a:buNone/>
            </a:pPr>
            <a:r>
              <a:rPr lang="en-US" b="1">
                <a:solidFill>
                  <a:schemeClr val="dk2"/>
                </a:solidFill>
                <a:latin typeface="Times New Roman"/>
                <a:ea typeface="Times New Roman"/>
                <a:cs typeface="Times New Roman"/>
                <a:sym typeface="Times New Roman"/>
              </a:rPr>
              <a:t>Introduction</a:t>
            </a:r>
            <a:endParaRPr>
              <a:solidFill>
                <a:schemeClr val="dk2"/>
              </a:solidFill>
            </a:endParaRPr>
          </a:p>
        </p:txBody>
      </p:sp>
      <p:sp>
        <p:nvSpPr>
          <p:cNvPr id="345" name="Google Shape;345;p37"/>
          <p:cNvSpPr txBox="1">
            <a:spLocks noGrp="1"/>
          </p:cNvSpPr>
          <p:nvPr>
            <p:ph type="body" idx="1"/>
          </p:nvPr>
        </p:nvSpPr>
        <p:spPr>
          <a:xfrm>
            <a:off x="2644723" y="1856936"/>
            <a:ext cx="8972429" cy="3927677"/>
          </a:xfrm>
          <a:prstGeom prst="rect">
            <a:avLst/>
          </a:prstGeom>
          <a:noFill/>
          <a:ln>
            <a:noFill/>
          </a:ln>
        </p:spPr>
        <p:txBody>
          <a:bodyPr spcFirstLastPara="1" wrap="square" lIns="91425" tIns="45700" rIns="91425" bIns="45700" anchor="t" anchorCtr="0">
            <a:normAutofit/>
          </a:bodyPr>
          <a:lstStyle/>
          <a:p>
            <a:pPr marL="342900" lvl="0" indent="-228600" algn="l" rtl="0">
              <a:lnSpc>
                <a:spcPct val="100000"/>
              </a:lnSpc>
              <a:spcBef>
                <a:spcPts val="0"/>
              </a:spcBef>
              <a:spcAft>
                <a:spcPts val="0"/>
              </a:spcAft>
              <a:buSzPts val="1800"/>
              <a:buNone/>
            </a:pPr>
            <a:endParaRPr/>
          </a:p>
          <a:p>
            <a:pPr marL="342900" lvl="0" indent="-228600" algn="l" rtl="0">
              <a:lnSpc>
                <a:spcPct val="100000"/>
              </a:lnSpc>
              <a:spcBef>
                <a:spcPts val="1000"/>
              </a:spcBef>
              <a:spcAft>
                <a:spcPts val="0"/>
              </a:spcAft>
              <a:buSzPts val="1800"/>
              <a:buNone/>
            </a:pPr>
            <a:endParaRPr/>
          </a:p>
        </p:txBody>
      </p:sp>
      <p:sp>
        <p:nvSpPr>
          <p:cNvPr id="346" name="Google Shape;346;p37"/>
          <p:cNvSpPr/>
          <p:nvPr/>
        </p:nvSpPr>
        <p:spPr>
          <a:xfrm>
            <a:off x="11107344" y="203981"/>
            <a:ext cx="807993" cy="780757"/>
          </a:xfrm>
          <a:prstGeom prst="ellipse">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7" name="Google Shape;347;p37"/>
          <p:cNvSpPr txBox="1">
            <a:spLocks noGrp="1"/>
          </p:cNvSpPr>
          <p:nvPr>
            <p:ph type="ftr" idx="11"/>
          </p:nvPr>
        </p:nvSpPr>
        <p:spPr>
          <a:xfrm>
            <a:off x="9650022" y="6456256"/>
            <a:ext cx="7619999" cy="365125"/>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SzPts val="1400"/>
              <a:buNone/>
            </a:pPr>
            <a:r>
              <a:rPr lang="en-US"/>
              <a:t>Riphah School of Conputing &amp; Innovation</a:t>
            </a:r>
            <a:endParaRPr/>
          </a:p>
        </p:txBody>
      </p:sp>
      <p:sp>
        <p:nvSpPr>
          <p:cNvPr id="348" name="Google Shape;348;p37"/>
          <p:cNvSpPr txBox="1"/>
          <p:nvPr/>
        </p:nvSpPr>
        <p:spPr>
          <a:xfrm>
            <a:off x="1528405" y="2444193"/>
            <a:ext cx="8235917" cy="3693319"/>
          </a:xfrm>
          <a:prstGeom prst="rect">
            <a:avLst/>
          </a:prstGeom>
          <a:noFill/>
          <a:ln>
            <a:noFill/>
          </a:ln>
        </p:spPr>
        <p:txBody>
          <a:bodyPr spcFirstLastPara="1" wrap="square" lIns="91425" tIns="45700" rIns="91425" bIns="45700" anchor="t" anchorCtr="0">
            <a:spAutoFit/>
          </a:bodyPr>
          <a:lstStyle/>
          <a:p>
            <a:pPr marL="0" marR="0" lvl="0" indent="0" algn="just" rtl="0">
              <a:lnSpc>
                <a:spcPct val="100000"/>
              </a:lnSpc>
              <a:spcBef>
                <a:spcPts val="0"/>
              </a:spcBef>
              <a:spcAft>
                <a:spcPts val="0"/>
              </a:spcAft>
              <a:buClr>
                <a:schemeClr val="dk1"/>
              </a:buClr>
              <a:buSzPts val="1800"/>
              <a:buFont typeface="Times New Roman"/>
              <a:buChar char="•"/>
            </a:pPr>
            <a:r>
              <a:rPr lang="en-US" sz="1800" b="1" i="0" u="none" strike="noStrike" cap="none" dirty="0">
                <a:solidFill>
                  <a:schemeClr val="dk1"/>
                </a:solidFill>
                <a:latin typeface="Times New Roman"/>
                <a:ea typeface="Times New Roman"/>
                <a:cs typeface="Times New Roman"/>
                <a:sym typeface="Times New Roman"/>
              </a:rPr>
              <a:t>Stuttering</a:t>
            </a:r>
            <a:r>
              <a:rPr lang="en-US" sz="1800" b="0" i="0" u="none" strike="noStrike" cap="none" dirty="0">
                <a:solidFill>
                  <a:schemeClr val="dk1"/>
                </a:solidFill>
                <a:latin typeface="Times New Roman"/>
                <a:ea typeface="Times New Roman"/>
                <a:cs typeface="Times New Roman"/>
                <a:sym typeface="Times New Roman"/>
              </a:rPr>
              <a:t> is a </a:t>
            </a:r>
            <a:r>
              <a:rPr lang="en-US" sz="1800" b="1" i="0" u="none" strike="noStrike" cap="none" dirty="0">
                <a:solidFill>
                  <a:schemeClr val="dk1"/>
                </a:solidFill>
                <a:latin typeface="Times New Roman"/>
                <a:ea typeface="Times New Roman"/>
                <a:cs typeface="Times New Roman"/>
                <a:sym typeface="Times New Roman"/>
              </a:rPr>
              <a:t>speech disorder</a:t>
            </a:r>
            <a:r>
              <a:rPr lang="en-US" sz="1800" b="0" i="0" u="none" strike="noStrike" cap="none" dirty="0">
                <a:solidFill>
                  <a:schemeClr val="dk1"/>
                </a:solidFill>
                <a:latin typeface="Times New Roman"/>
                <a:ea typeface="Times New Roman"/>
                <a:cs typeface="Times New Roman"/>
                <a:sym typeface="Times New Roman"/>
              </a:rPr>
              <a:t> that disrupts the normal flow of speaking.</a:t>
            </a:r>
            <a:endParaRPr sz="1400" b="0" i="0" u="none" strike="noStrike" cap="none" dirty="0">
              <a:solidFill>
                <a:srgbClr val="000000"/>
              </a:solidFill>
              <a:latin typeface="Arial"/>
              <a:ea typeface="Arial"/>
              <a:cs typeface="Arial"/>
              <a:sym typeface="Arial"/>
            </a:endParaRPr>
          </a:p>
          <a:p>
            <a:pPr marL="0" marR="0" lvl="0" indent="0" algn="just" rtl="0">
              <a:lnSpc>
                <a:spcPct val="100000"/>
              </a:lnSpc>
              <a:spcBef>
                <a:spcPts val="0"/>
              </a:spcBef>
              <a:spcAft>
                <a:spcPts val="0"/>
              </a:spcAft>
              <a:buClr>
                <a:schemeClr val="dk1"/>
              </a:buClr>
              <a:buSzPts val="1800"/>
              <a:buFont typeface="Times New Roman"/>
              <a:buChar char="•"/>
            </a:pPr>
            <a:r>
              <a:rPr lang="en-US" sz="1800" b="0" i="0" u="none" strike="noStrike" cap="none" dirty="0">
                <a:solidFill>
                  <a:schemeClr val="dk1"/>
                </a:solidFill>
                <a:latin typeface="Times New Roman"/>
                <a:ea typeface="Times New Roman"/>
                <a:cs typeface="Times New Roman"/>
                <a:sym typeface="Times New Roman"/>
              </a:rPr>
              <a:t>It usually starts in </a:t>
            </a:r>
            <a:r>
              <a:rPr lang="en-US" sz="1800" b="1" i="0" u="none" strike="noStrike" cap="none" dirty="0">
                <a:solidFill>
                  <a:schemeClr val="dk1"/>
                </a:solidFill>
                <a:latin typeface="Times New Roman"/>
                <a:ea typeface="Times New Roman"/>
                <a:cs typeface="Times New Roman"/>
                <a:sym typeface="Times New Roman"/>
              </a:rPr>
              <a:t>early childhood</a:t>
            </a:r>
            <a:r>
              <a:rPr lang="en-US" sz="1800" b="0" i="0" u="none" strike="noStrike" cap="none" dirty="0">
                <a:solidFill>
                  <a:schemeClr val="dk1"/>
                </a:solidFill>
                <a:latin typeface="Times New Roman"/>
                <a:ea typeface="Times New Roman"/>
                <a:cs typeface="Times New Roman"/>
                <a:sym typeface="Times New Roman"/>
              </a:rPr>
              <a:t> and may continue into adulthood.</a:t>
            </a:r>
            <a:endParaRPr sz="1400" b="0" i="0" u="none" strike="noStrike" cap="none" dirty="0">
              <a:solidFill>
                <a:srgbClr val="000000"/>
              </a:solidFill>
              <a:latin typeface="Arial"/>
              <a:ea typeface="Arial"/>
              <a:cs typeface="Arial"/>
              <a:sym typeface="Arial"/>
            </a:endParaRPr>
          </a:p>
          <a:p>
            <a:pPr marL="0" marR="0" lvl="0" indent="0" algn="just" rtl="0">
              <a:lnSpc>
                <a:spcPct val="100000"/>
              </a:lnSpc>
              <a:spcBef>
                <a:spcPts val="0"/>
              </a:spcBef>
              <a:spcAft>
                <a:spcPts val="0"/>
              </a:spcAft>
              <a:buClr>
                <a:schemeClr val="dk1"/>
              </a:buClr>
              <a:buSzPts val="1800"/>
              <a:buFont typeface="Times New Roman"/>
              <a:buChar char="•"/>
            </a:pPr>
            <a:r>
              <a:rPr lang="en-US" sz="1800" b="0" i="0" u="none" strike="noStrike" cap="none" dirty="0">
                <a:solidFill>
                  <a:schemeClr val="dk1"/>
                </a:solidFill>
                <a:latin typeface="Times New Roman"/>
                <a:ea typeface="Times New Roman"/>
                <a:cs typeface="Times New Roman"/>
                <a:sym typeface="Times New Roman"/>
              </a:rPr>
              <a:t>Causes include </a:t>
            </a:r>
            <a:r>
              <a:rPr lang="en-US" sz="1800" b="1" i="0" u="none" strike="noStrike" cap="none" dirty="0">
                <a:solidFill>
                  <a:schemeClr val="dk1"/>
                </a:solidFill>
                <a:latin typeface="Times New Roman"/>
                <a:ea typeface="Times New Roman"/>
                <a:cs typeface="Times New Roman"/>
                <a:sym typeface="Times New Roman"/>
              </a:rPr>
              <a:t>genetic, neurological, developmental, psychological,</a:t>
            </a:r>
            <a:r>
              <a:rPr lang="en-US" sz="1800" b="0" i="0" u="none" strike="noStrike" cap="none" dirty="0">
                <a:solidFill>
                  <a:schemeClr val="dk1"/>
                </a:solidFill>
                <a:latin typeface="Times New Roman"/>
                <a:ea typeface="Times New Roman"/>
                <a:cs typeface="Times New Roman"/>
                <a:sym typeface="Times New Roman"/>
              </a:rPr>
              <a:t> and </a:t>
            </a:r>
            <a:r>
              <a:rPr lang="en-US" sz="1800" b="1" i="0" u="none" strike="noStrike" cap="none" dirty="0">
                <a:solidFill>
                  <a:schemeClr val="dk1"/>
                </a:solidFill>
                <a:latin typeface="Times New Roman"/>
                <a:ea typeface="Times New Roman"/>
                <a:cs typeface="Times New Roman"/>
                <a:sym typeface="Times New Roman"/>
              </a:rPr>
              <a:t>environmental</a:t>
            </a:r>
            <a:r>
              <a:rPr lang="en-US" sz="1800" b="0" i="0" u="none" strike="noStrike" cap="none" dirty="0">
                <a:solidFill>
                  <a:schemeClr val="dk1"/>
                </a:solidFill>
                <a:latin typeface="Times New Roman"/>
                <a:ea typeface="Times New Roman"/>
                <a:cs typeface="Times New Roman"/>
                <a:sym typeface="Times New Roman"/>
              </a:rPr>
              <a:t> factors.</a:t>
            </a:r>
            <a:endParaRPr sz="1400" b="0" i="0" u="none" strike="noStrike" cap="none" dirty="0">
              <a:solidFill>
                <a:srgbClr val="000000"/>
              </a:solidFill>
              <a:latin typeface="Arial"/>
              <a:ea typeface="Arial"/>
              <a:cs typeface="Arial"/>
              <a:sym typeface="Arial"/>
            </a:endParaRPr>
          </a:p>
          <a:p>
            <a:pPr marL="0" marR="0" lvl="0" indent="0" algn="just" rtl="0">
              <a:lnSpc>
                <a:spcPct val="100000"/>
              </a:lnSpc>
              <a:spcBef>
                <a:spcPts val="0"/>
              </a:spcBef>
              <a:spcAft>
                <a:spcPts val="0"/>
              </a:spcAft>
              <a:buClr>
                <a:schemeClr val="dk1"/>
              </a:buClr>
              <a:buSzPts val="1800"/>
              <a:buFont typeface="Times New Roman"/>
              <a:buChar char="•"/>
            </a:pPr>
            <a:r>
              <a:rPr lang="en-US" sz="1800" b="0" i="0" u="none" strike="noStrike" cap="none" dirty="0">
                <a:solidFill>
                  <a:schemeClr val="dk1"/>
                </a:solidFill>
                <a:latin typeface="Times New Roman"/>
                <a:ea typeface="Times New Roman"/>
                <a:cs typeface="Times New Roman"/>
                <a:sym typeface="Times New Roman"/>
              </a:rPr>
              <a:t>It affects a person’s </a:t>
            </a:r>
            <a:r>
              <a:rPr lang="en-US" sz="1800" b="1" i="0" u="none" strike="noStrike" cap="none" dirty="0">
                <a:solidFill>
                  <a:schemeClr val="dk1"/>
                </a:solidFill>
                <a:latin typeface="Times New Roman"/>
                <a:ea typeface="Times New Roman"/>
                <a:cs typeface="Times New Roman"/>
                <a:sym typeface="Times New Roman"/>
              </a:rPr>
              <a:t>communication, confidence, and social interaction</a:t>
            </a:r>
            <a:r>
              <a:rPr lang="en-US" sz="1800" b="0" i="0" u="none" strike="noStrike" cap="none" dirty="0">
                <a:solidFill>
                  <a:schemeClr val="dk1"/>
                </a:solidFill>
                <a:latin typeface="Times New Roman"/>
                <a:ea typeface="Times New Roman"/>
                <a:cs typeface="Times New Roman"/>
                <a:sym typeface="Times New Roman"/>
              </a:rPr>
              <a:t>.</a:t>
            </a:r>
            <a:endParaRPr sz="1400" b="0" i="0" u="none" strike="noStrike" cap="none" dirty="0">
              <a:solidFill>
                <a:srgbClr val="000000"/>
              </a:solidFill>
              <a:latin typeface="Arial"/>
              <a:ea typeface="Arial"/>
              <a:cs typeface="Arial"/>
              <a:sym typeface="Arial"/>
            </a:endParaRPr>
          </a:p>
          <a:p>
            <a:pPr marL="0" marR="0" lvl="0" indent="0" algn="just" rtl="0">
              <a:lnSpc>
                <a:spcPct val="100000"/>
              </a:lnSpc>
              <a:spcBef>
                <a:spcPts val="0"/>
              </a:spcBef>
              <a:spcAft>
                <a:spcPts val="0"/>
              </a:spcAft>
              <a:buClr>
                <a:schemeClr val="dk1"/>
              </a:buClr>
              <a:buSzPts val="1800"/>
              <a:buFont typeface="Century Gothic"/>
              <a:buNone/>
            </a:pPr>
            <a:endParaRPr sz="1800" b="0" i="0" u="none" strike="noStrike" cap="none" dirty="0">
              <a:solidFill>
                <a:schemeClr val="dk1"/>
              </a:solidFill>
              <a:latin typeface="Times New Roman"/>
              <a:ea typeface="Times New Roman"/>
              <a:cs typeface="Times New Roman"/>
              <a:sym typeface="Times New Roman"/>
            </a:endParaRPr>
          </a:p>
          <a:p>
            <a:pPr marL="0" marR="0" lvl="0" indent="0" algn="just" rtl="0">
              <a:lnSpc>
                <a:spcPct val="100000"/>
              </a:lnSpc>
              <a:spcBef>
                <a:spcPts val="0"/>
              </a:spcBef>
              <a:spcAft>
                <a:spcPts val="0"/>
              </a:spcAft>
              <a:buClr>
                <a:schemeClr val="dk1"/>
              </a:buClr>
              <a:buSzPts val="1800"/>
              <a:buFont typeface="Century Gothic"/>
              <a:buNone/>
            </a:pPr>
            <a:endParaRPr sz="1800" b="0" i="0" u="none" strike="noStrike" cap="none" dirty="0">
              <a:solidFill>
                <a:schemeClr val="dk1"/>
              </a:solidFill>
              <a:latin typeface="Times New Roman"/>
              <a:ea typeface="Times New Roman"/>
              <a:cs typeface="Times New Roman"/>
              <a:sym typeface="Times New Roman"/>
            </a:endParaRPr>
          </a:p>
          <a:p>
            <a:pPr marL="0" marR="0" lvl="0" indent="0" algn="just" rtl="0">
              <a:lnSpc>
                <a:spcPct val="100000"/>
              </a:lnSpc>
              <a:spcBef>
                <a:spcPts val="0"/>
              </a:spcBef>
              <a:spcAft>
                <a:spcPts val="0"/>
              </a:spcAft>
              <a:buClr>
                <a:schemeClr val="dk2"/>
              </a:buClr>
              <a:buSzPts val="1800"/>
              <a:buFont typeface="Times New Roman"/>
              <a:buChar char="•"/>
            </a:pPr>
            <a:r>
              <a:rPr lang="en-US" sz="1800" b="1" i="0" u="none" strike="noStrike" cap="none" dirty="0">
                <a:solidFill>
                  <a:schemeClr val="bg2"/>
                </a:solidFill>
                <a:latin typeface="Times New Roman"/>
                <a:ea typeface="Times New Roman"/>
                <a:cs typeface="Times New Roman"/>
                <a:sym typeface="Times New Roman"/>
              </a:rPr>
              <a:t>Types of Stuttering </a:t>
            </a:r>
            <a:endParaRPr sz="1800" b="0" i="0" u="none" strike="noStrike" cap="none" dirty="0">
              <a:solidFill>
                <a:schemeClr val="bg2"/>
              </a:solidFill>
              <a:latin typeface="Arial"/>
              <a:ea typeface="Arial"/>
              <a:cs typeface="Arial"/>
              <a:sym typeface="Arial"/>
            </a:endParaRPr>
          </a:p>
          <a:p>
            <a:pPr marL="0" marR="0" lvl="0" indent="0" algn="just" rtl="0">
              <a:lnSpc>
                <a:spcPct val="100000"/>
              </a:lnSpc>
              <a:spcBef>
                <a:spcPts val="0"/>
              </a:spcBef>
              <a:spcAft>
                <a:spcPts val="0"/>
              </a:spcAft>
              <a:buClr>
                <a:schemeClr val="dk1"/>
              </a:buClr>
              <a:buSzPts val="1800"/>
              <a:buFont typeface="Times New Roman"/>
              <a:buChar char="•"/>
            </a:pPr>
            <a:r>
              <a:rPr lang="en-US" sz="1800" b="1" i="0" u="none" strike="noStrike" cap="none" dirty="0">
                <a:solidFill>
                  <a:schemeClr val="dk1"/>
                </a:solidFill>
                <a:latin typeface="Times New Roman"/>
                <a:ea typeface="Times New Roman"/>
                <a:cs typeface="Times New Roman"/>
                <a:sym typeface="Times New Roman"/>
              </a:rPr>
              <a:t>Repetitions</a:t>
            </a:r>
            <a:r>
              <a:rPr lang="en-US" sz="1800" b="0" i="0" u="none" strike="noStrike" cap="none" dirty="0">
                <a:solidFill>
                  <a:schemeClr val="dk1"/>
                </a:solidFill>
                <a:latin typeface="Times New Roman"/>
                <a:ea typeface="Times New Roman"/>
                <a:cs typeface="Times New Roman"/>
                <a:sym typeface="Times New Roman"/>
              </a:rPr>
              <a:t> – repeating sounds, syllables, or words.</a:t>
            </a:r>
            <a:endParaRPr sz="1400" b="0" i="0" u="none" strike="noStrike" cap="none" dirty="0">
              <a:solidFill>
                <a:srgbClr val="000000"/>
              </a:solidFill>
              <a:latin typeface="Arial"/>
              <a:ea typeface="Arial"/>
              <a:cs typeface="Arial"/>
              <a:sym typeface="Arial"/>
            </a:endParaRPr>
          </a:p>
          <a:p>
            <a:pPr marL="0" marR="0" lvl="0" indent="0" algn="just" rtl="0">
              <a:lnSpc>
                <a:spcPct val="100000"/>
              </a:lnSpc>
              <a:spcBef>
                <a:spcPts val="0"/>
              </a:spcBef>
              <a:spcAft>
                <a:spcPts val="0"/>
              </a:spcAft>
              <a:buClr>
                <a:schemeClr val="dk1"/>
              </a:buClr>
              <a:buSzPts val="1800"/>
              <a:buFont typeface="Times New Roman"/>
              <a:buChar char="•"/>
            </a:pPr>
            <a:r>
              <a:rPr lang="en-US" sz="1800" b="1" i="0" u="none" strike="noStrike" cap="none" dirty="0">
                <a:solidFill>
                  <a:schemeClr val="dk1"/>
                </a:solidFill>
                <a:latin typeface="Times New Roman"/>
                <a:ea typeface="Times New Roman"/>
                <a:cs typeface="Times New Roman"/>
                <a:sym typeface="Times New Roman"/>
              </a:rPr>
              <a:t>Prolongations</a:t>
            </a:r>
            <a:r>
              <a:rPr lang="en-US" sz="1800" b="0" i="0" u="none" strike="noStrike" cap="none" dirty="0">
                <a:solidFill>
                  <a:schemeClr val="dk1"/>
                </a:solidFill>
                <a:latin typeface="Times New Roman"/>
                <a:ea typeface="Times New Roman"/>
                <a:cs typeface="Times New Roman"/>
                <a:sym typeface="Times New Roman"/>
              </a:rPr>
              <a:t> – stretching a sound.</a:t>
            </a:r>
            <a:endParaRPr sz="1400" b="0" i="0" u="none" strike="noStrike" cap="none" dirty="0">
              <a:solidFill>
                <a:srgbClr val="000000"/>
              </a:solidFill>
              <a:latin typeface="Arial"/>
              <a:ea typeface="Arial"/>
              <a:cs typeface="Arial"/>
              <a:sym typeface="Arial"/>
            </a:endParaRPr>
          </a:p>
          <a:p>
            <a:pPr marL="0" marR="0" lvl="0" indent="0" algn="just" rtl="0">
              <a:lnSpc>
                <a:spcPct val="100000"/>
              </a:lnSpc>
              <a:spcBef>
                <a:spcPts val="0"/>
              </a:spcBef>
              <a:spcAft>
                <a:spcPts val="0"/>
              </a:spcAft>
              <a:buClr>
                <a:schemeClr val="dk1"/>
              </a:buClr>
              <a:buSzPts val="1800"/>
              <a:buFont typeface="Times New Roman"/>
              <a:buChar char="•"/>
            </a:pPr>
            <a:r>
              <a:rPr lang="en-US" sz="1800" b="1" i="0" u="none" strike="noStrike" cap="none" dirty="0">
                <a:solidFill>
                  <a:schemeClr val="dk1"/>
                </a:solidFill>
                <a:latin typeface="Times New Roman"/>
                <a:ea typeface="Times New Roman"/>
                <a:cs typeface="Times New Roman"/>
                <a:sym typeface="Times New Roman"/>
              </a:rPr>
              <a:t>Blocks</a:t>
            </a:r>
            <a:r>
              <a:rPr lang="en-US" sz="1800" b="0" i="0" u="none" strike="noStrike" cap="none" dirty="0">
                <a:solidFill>
                  <a:schemeClr val="dk1"/>
                </a:solidFill>
                <a:latin typeface="Times New Roman"/>
                <a:ea typeface="Times New Roman"/>
                <a:cs typeface="Times New Roman"/>
                <a:sym typeface="Times New Roman"/>
              </a:rPr>
              <a:t> – pauses or inability to produce a sound.</a:t>
            </a:r>
            <a:endParaRPr sz="1400" b="0" i="0" u="none" strike="noStrike" cap="none" dirty="0">
              <a:solidFill>
                <a:srgbClr val="000000"/>
              </a:solidFill>
              <a:latin typeface="Arial"/>
              <a:ea typeface="Arial"/>
              <a:cs typeface="Arial"/>
              <a:sym typeface="Arial"/>
            </a:endParaRPr>
          </a:p>
          <a:p>
            <a:pPr marL="0" marR="0" lvl="0" indent="0" algn="just" rtl="0">
              <a:lnSpc>
                <a:spcPct val="100000"/>
              </a:lnSpc>
              <a:spcBef>
                <a:spcPts val="0"/>
              </a:spcBef>
              <a:spcAft>
                <a:spcPts val="0"/>
              </a:spcAft>
              <a:buClr>
                <a:schemeClr val="dk1"/>
              </a:buClr>
              <a:buSzPts val="1800"/>
              <a:buFont typeface="Times New Roman"/>
              <a:buChar char="•"/>
            </a:pPr>
            <a:r>
              <a:rPr lang="en-US" sz="1800" b="1" i="0" u="none" strike="noStrike" cap="none" dirty="0">
                <a:solidFill>
                  <a:schemeClr val="dk1"/>
                </a:solidFill>
                <a:latin typeface="Times New Roman"/>
                <a:ea typeface="Times New Roman"/>
                <a:cs typeface="Times New Roman"/>
                <a:sym typeface="Times New Roman"/>
              </a:rPr>
              <a:t>Interjections</a:t>
            </a:r>
            <a:r>
              <a:rPr lang="en-US" sz="1800" b="0" i="0" u="none" strike="noStrike" cap="none" dirty="0">
                <a:solidFill>
                  <a:schemeClr val="dk1"/>
                </a:solidFill>
                <a:latin typeface="Times New Roman"/>
                <a:ea typeface="Times New Roman"/>
                <a:cs typeface="Times New Roman"/>
                <a:sym typeface="Times New Roman"/>
              </a:rPr>
              <a:t> – adding extra sounds or words (e.g., </a:t>
            </a:r>
            <a:r>
              <a:rPr lang="en-US" sz="1800" b="0" i="1" u="none" strike="noStrike" cap="none" dirty="0">
                <a:solidFill>
                  <a:schemeClr val="dk1"/>
                </a:solidFill>
                <a:latin typeface="Times New Roman"/>
                <a:ea typeface="Times New Roman"/>
                <a:cs typeface="Times New Roman"/>
                <a:sym typeface="Times New Roman"/>
              </a:rPr>
              <a:t>um</a:t>
            </a:r>
            <a:r>
              <a:rPr lang="en-US" sz="1800" b="0" i="0" u="none" strike="noStrike" cap="none" dirty="0">
                <a:solidFill>
                  <a:schemeClr val="dk1"/>
                </a:solidFill>
                <a:latin typeface="Times New Roman"/>
                <a:ea typeface="Times New Roman"/>
                <a:cs typeface="Times New Roman"/>
                <a:sym typeface="Times New Roman"/>
              </a:rPr>
              <a:t>, </a:t>
            </a:r>
            <a:r>
              <a:rPr lang="en-US" sz="1800" b="0" i="1" u="none" strike="noStrike" cap="none" dirty="0">
                <a:solidFill>
                  <a:schemeClr val="dk1"/>
                </a:solidFill>
                <a:latin typeface="Times New Roman"/>
                <a:ea typeface="Times New Roman"/>
                <a:cs typeface="Times New Roman"/>
                <a:sym typeface="Times New Roman"/>
              </a:rPr>
              <a:t>uh</a:t>
            </a:r>
            <a:r>
              <a:rPr lang="en-US" sz="1800" b="0" i="0" u="none" strike="noStrike" cap="none" dirty="0">
                <a:solidFill>
                  <a:schemeClr val="dk1"/>
                </a:solidFill>
                <a:latin typeface="Times New Roman"/>
                <a:ea typeface="Times New Roman"/>
                <a:cs typeface="Times New Roman"/>
                <a:sym typeface="Times New Roman"/>
              </a:rPr>
              <a:t>).</a:t>
            </a:r>
            <a:endParaRPr sz="1400" b="0"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800"/>
              <a:buFont typeface="Arial"/>
              <a:buNone/>
            </a:pPr>
            <a:endParaRPr sz="1800" b="0" i="0" u="none" strike="noStrike" cap="none" dirty="0">
              <a:solidFill>
                <a:schemeClr val="dk1"/>
              </a:solidFill>
              <a:latin typeface="Century Gothic"/>
              <a:ea typeface="Century Gothic"/>
              <a:cs typeface="Century Gothic"/>
              <a:sym typeface="Century Gothic"/>
            </a:endParaRPr>
          </a:p>
        </p:txBody>
      </p:sp>
      <p:pic>
        <p:nvPicPr>
          <p:cNvPr id="2" name="Google Shape;320;p34">
            <a:extLst>
              <a:ext uri="{FF2B5EF4-FFF2-40B4-BE49-F238E27FC236}">
                <a16:creationId xmlns:a16="http://schemas.microsoft.com/office/drawing/2014/main" id="{DAC3D46E-C8D6-71ED-2651-AD32A102EF13}"/>
              </a:ext>
            </a:extLst>
          </p:cNvPr>
          <p:cNvPicPr preferRelativeResize="0"/>
          <p:nvPr/>
        </p:nvPicPr>
        <p:blipFill rotWithShape="1">
          <a:blip r:embed="rId3">
            <a:alphaModFix/>
          </a:blip>
          <a:srcRect l="9140" t="17178" r="11995" b="4952"/>
          <a:stretch/>
        </p:blipFill>
        <p:spPr>
          <a:xfrm>
            <a:off x="11107344" y="203981"/>
            <a:ext cx="807900" cy="780900"/>
          </a:xfrm>
          <a:prstGeom prst="ellipse">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352"/>
        <p:cNvGrpSpPr/>
        <p:nvPr/>
      </p:nvGrpSpPr>
      <p:grpSpPr>
        <a:xfrm>
          <a:off x="0" y="0"/>
          <a:ext cx="0" cy="0"/>
          <a:chOff x="0" y="0"/>
          <a:chExt cx="0" cy="0"/>
        </a:xfrm>
      </p:grpSpPr>
      <p:sp>
        <p:nvSpPr>
          <p:cNvPr id="353" name="Google Shape;353;p38"/>
          <p:cNvSpPr txBox="1">
            <a:spLocks noGrp="1"/>
          </p:cNvSpPr>
          <p:nvPr>
            <p:ph type="title"/>
          </p:nvPr>
        </p:nvSpPr>
        <p:spPr>
          <a:xfrm>
            <a:off x="3956939" y="811734"/>
            <a:ext cx="8911687" cy="1280890"/>
          </a:xfrm>
          <a:prstGeom prst="rect">
            <a:avLst/>
          </a:prstGeom>
          <a:noFill/>
          <a:ln>
            <a:noFill/>
          </a:ln>
        </p:spPr>
        <p:txBody>
          <a:bodyPr spcFirstLastPara="1" wrap="square" lIns="91425" tIns="45700" rIns="91425" bIns="45700" anchor="t" anchorCtr="0">
            <a:normAutofit/>
          </a:bodyPr>
          <a:lstStyle/>
          <a:p>
            <a:pPr marL="0" lvl="0" indent="0" algn="l" rtl="0">
              <a:lnSpc>
                <a:spcPct val="100000"/>
              </a:lnSpc>
              <a:spcBef>
                <a:spcPts val="0"/>
              </a:spcBef>
              <a:spcAft>
                <a:spcPts val="0"/>
              </a:spcAft>
              <a:buClr>
                <a:schemeClr val="dk2"/>
              </a:buClr>
              <a:buSzPts val="3600"/>
              <a:buFont typeface="Times New Roman"/>
              <a:buNone/>
            </a:pPr>
            <a:r>
              <a:rPr lang="en-US" b="1">
                <a:solidFill>
                  <a:schemeClr val="dk2"/>
                </a:solidFill>
                <a:latin typeface="Times New Roman"/>
                <a:ea typeface="Times New Roman"/>
                <a:cs typeface="Times New Roman"/>
                <a:sym typeface="Times New Roman"/>
              </a:rPr>
              <a:t>Problem Statement</a:t>
            </a:r>
            <a:endParaRPr>
              <a:solidFill>
                <a:schemeClr val="dk2"/>
              </a:solidFill>
            </a:endParaRPr>
          </a:p>
        </p:txBody>
      </p:sp>
      <p:sp>
        <p:nvSpPr>
          <p:cNvPr id="354" name="Google Shape;354;p38"/>
          <p:cNvSpPr txBox="1">
            <a:spLocks noGrp="1"/>
          </p:cNvSpPr>
          <p:nvPr>
            <p:ph type="body" idx="1"/>
          </p:nvPr>
        </p:nvSpPr>
        <p:spPr>
          <a:xfrm>
            <a:off x="2113352" y="2092624"/>
            <a:ext cx="8398413" cy="2540037"/>
          </a:xfrm>
          <a:prstGeom prst="rect">
            <a:avLst/>
          </a:prstGeom>
          <a:noFill/>
          <a:ln>
            <a:noFill/>
          </a:ln>
        </p:spPr>
        <p:txBody>
          <a:bodyPr spcFirstLastPara="1" wrap="square" lIns="91425" tIns="45700" rIns="91425" bIns="45700" anchor="t" anchorCtr="0">
            <a:normAutofit/>
          </a:bodyPr>
          <a:lstStyle/>
          <a:p>
            <a:pPr marL="0" lvl="0" indent="0" algn="just" rtl="0">
              <a:lnSpc>
                <a:spcPct val="100000"/>
              </a:lnSpc>
              <a:spcBef>
                <a:spcPts val="0"/>
              </a:spcBef>
              <a:spcAft>
                <a:spcPts val="0"/>
              </a:spcAft>
              <a:buSzPts val="1800"/>
              <a:buNone/>
            </a:pPr>
            <a:r>
              <a:rPr lang="en-US">
                <a:latin typeface="Times New Roman"/>
                <a:ea typeface="Times New Roman"/>
                <a:cs typeface="Times New Roman"/>
                <a:sym typeface="Times New Roman"/>
              </a:rPr>
              <a:t>Stuttering and speech dysfluencies disrupt fluent communication, causing reduced confidence, social anxiety, and emotional challenges. Current speech therapy methods are costly, time-consuming, and not easily accessible. Most existing apps lack real-time detection, personalized feedback, and progress tracking</a:t>
            </a:r>
            <a:endParaRPr/>
          </a:p>
          <a:p>
            <a:pPr marL="342900" lvl="0" indent="-228600" algn="l" rtl="0">
              <a:lnSpc>
                <a:spcPct val="100000"/>
              </a:lnSpc>
              <a:spcBef>
                <a:spcPts val="1000"/>
              </a:spcBef>
              <a:spcAft>
                <a:spcPts val="0"/>
              </a:spcAft>
              <a:buSzPts val="1800"/>
              <a:buNone/>
            </a:pPr>
            <a:endParaRPr/>
          </a:p>
        </p:txBody>
      </p:sp>
      <p:sp>
        <p:nvSpPr>
          <p:cNvPr id="355" name="Google Shape;355;p38"/>
          <p:cNvSpPr/>
          <p:nvPr/>
        </p:nvSpPr>
        <p:spPr>
          <a:xfrm>
            <a:off x="11107344" y="203981"/>
            <a:ext cx="807993" cy="780757"/>
          </a:xfrm>
          <a:prstGeom prst="ellipse">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6" name="Google Shape;356;p38"/>
          <p:cNvSpPr txBox="1">
            <a:spLocks noGrp="1"/>
          </p:cNvSpPr>
          <p:nvPr>
            <p:ph type="ftr" idx="11"/>
          </p:nvPr>
        </p:nvSpPr>
        <p:spPr>
          <a:xfrm>
            <a:off x="9623058" y="6471456"/>
            <a:ext cx="7619999" cy="365125"/>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SzPts val="1400"/>
              <a:buNone/>
            </a:pPr>
            <a:r>
              <a:rPr lang="en-US"/>
              <a:t>Riphah School of Conputing &amp; Innovation</a:t>
            </a:r>
            <a:endParaRPr/>
          </a:p>
        </p:txBody>
      </p:sp>
      <p:pic>
        <p:nvPicPr>
          <p:cNvPr id="2" name="Google Shape;320;p34">
            <a:extLst>
              <a:ext uri="{FF2B5EF4-FFF2-40B4-BE49-F238E27FC236}">
                <a16:creationId xmlns:a16="http://schemas.microsoft.com/office/drawing/2014/main" id="{E2080044-8F6B-7D0E-93DE-F367193B5B46}"/>
              </a:ext>
            </a:extLst>
          </p:cNvPr>
          <p:cNvPicPr preferRelativeResize="0"/>
          <p:nvPr/>
        </p:nvPicPr>
        <p:blipFill rotWithShape="1">
          <a:blip r:embed="rId3">
            <a:alphaModFix/>
          </a:blip>
          <a:srcRect l="9140" t="17178" r="11995" b="4952"/>
          <a:stretch/>
        </p:blipFill>
        <p:spPr>
          <a:xfrm>
            <a:off x="11107344" y="203981"/>
            <a:ext cx="807900" cy="780900"/>
          </a:xfrm>
          <a:prstGeom prst="ellipse">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360"/>
        <p:cNvGrpSpPr/>
        <p:nvPr/>
      </p:nvGrpSpPr>
      <p:grpSpPr>
        <a:xfrm>
          <a:off x="0" y="0"/>
          <a:ext cx="0" cy="0"/>
          <a:chOff x="0" y="0"/>
          <a:chExt cx="0" cy="0"/>
        </a:xfrm>
      </p:grpSpPr>
      <p:sp>
        <p:nvSpPr>
          <p:cNvPr id="361" name="Google Shape;361;p39"/>
          <p:cNvSpPr txBox="1">
            <a:spLocks noGrp="1"/>
          </p:cNvSpPr>
          <p:nvPr>
            <p:ph type="title"/>
          </p:nvPr>
        </p:nvSpPr>
        <p:spPr>
          <a:xfrm>
            <a:off x="3915989" y="750695"/>
            <a:ext cx="8911687" cy="1280890"/>
          </a:xfrm>
          <a:prstGeom prst="rect">
            <a:avLst/>
          </a:prstGeom>
          <a:noFill/>
          <a:ln>
            <a:noFill/>
          </a:ln>
        </p:spPr>
        <p:txBody>
          <a:bodyPr spcFirstLastPara="1" wrap="square" lIns="91425" tIns="45700" rIns="91425" bIns="45700" anchor="t" anchorCtr="0">
            <a:normAutofit/>
          </a:bodyPr>
          <a:lstStyle/>
          <a:p>
            <a:pPr marL="0" lvl="0" indent="0" algn="l" rtl="0">
              <a:lnSpc>
                <a:spcPct val="100000"/>
              </a:lnSpc>
              <a:spcBef>
                <a:spcPts val="0"/>
              </a:spcBef>
              <a:spcAft>
                <a:spcPts val="0"/>
              </a:spcAft>
              <a:buClr>
                <a:schemeClr val="dk2"/>
              </a:buClr>
              <a:buSzPts val="3600"/>
              <a:buFont typeface="Times New Roman"/>
              <a:buNone/>
            </a:pPr>
            <a:r>
              <a:rPr lang="en-US" b="1">
                <a:solidFill>
                  <a:schemeClr val="dk2"/>
                </a:solidFill>
                <a:latin typeface="Times New Roman"/>
                <a:ea typeface="Times New Roman"/>
                <a:cs typeface="Times New Roman"/>
                <a:sym typeface="Times New Roman"/>
              </a:rPr>
              <a:t>Proposed Solution</a:t>
            </a:r>
            <a:endParaRPr>
              <a:solidFill>
                <a:schemeClr val="dk2"/>
              </a:solidFill>
            </a:endParaRPr>
          </a:p>
        </p:txBody>
      </p:sp>
      <p:sp>
        <p:nvSpPr>
          <p:cNvPr id="362" name="Google Shape;362;p39"/>
          <p:cNvSpPr txBox="1">
            <a:spLocks noGrp="1"/>
          </p:cNvSpPr>
          <p:nvPr>
            <p:ph type="body" idx="1"/>
          </p:nvPr>
        </p:nvSpPr>
        <p:spPr>
          <a:xfrm>
            <a:off x="1640156" y="1829636"/>
            <a:ext cx="8911687" cy="3777622"/>
          </a:xfrm>
          <a:prstGeom prst="rect">
            <a:avLst/>
          </a:prstGeom>
          <a:noFill/>
          <a:ln>
            <a:noFill/>
          </a:ln>
        </p:spPr>
        <p:txBody>
          <a:bodyPr spcFirstLastPara="1" wrap="square" lIns="91425" tIns="45700" rIns="91425" bIns="45700" anchor="t" anchorCtr="0">
            <a:normAutofit/>
          </a:bodyPr>
          <a:lstStyle/>
          <a:p>
            <a:pPr marL="0" lvl="0" indent="0" algn="just" rtl="0">
              <a:lnSpc>
                <a:spcPct val="100000"/>
              </a:lnSpc>
              <a:spcBef>
                <a:spcPts val="0"/>
              </a:spcBef>
              <a:spcAft>
                <a:spcPts val="0"/>
              </a:spcAft>
              <a:buSzPts val="1800"/>
              <a:buNone/>
            </a:pPr>
            <a:r>
              <a:rPr lang="en-US">
                <a:latin typeface="Times New Roman"/>
                <a:ea typeface="Times New Roman"/>
                <a:cs typeface="Times New Roman"/>
                <a:sym typeface="Times New Roman"/>
              </a:rPr>
              <a:t>The proposed solution, FluEntra, is an AI-powered software application that provides real-time stuttering analysis and intervention. Users can record their speech, which is processed by an AI model to detect and classify dysfluencies such as blocks, prolongations, and repetitions. The system delivers immediate visual feedback through highlighted transcripts, event tables, and a dynamic fluency score. Based on this analysis, FluEntra suggests personalized exercises tailored to the user’s frequent stutter patterns. A dedicated Therapist Mode offers detailed progress reports, enabling therapists to track clients remotely and support data-driven, accessible speech therapy.</a:t>
            </a:r>
            <a:endParaRPr/>
          </a:p>
          <a:p>
            <a:pPr marL="342900" lvl="0" indent="-228600" algn="l" rtl="0">
              <a:lnSpc>
                <a:spcPct val="100000"/>
              </a:lnSpc>
              <a:spcBef>
                <a:spcPts val="1000"/>
              </a:spcBef>
              <a:spcAft>
                <a:spcPts val="0"/>
              </a:spcAft>
              <a:buSzPts val="1800"/>
              <a:buNone/>
            </a:pPr>
            <a:endParaRPr/>
          </a:p>
          <a:p>
            <a:pPr marL="342900" lvl="0" indent="-228600" algn="l" rtl="0">
              <a:lnSpc>
                <a:spcPct val="100000"/>
              </a:lnSpc>
              <a:spcBef>
                <a:spcPts val="1000"/>
              </a:spcBef>
              <a:spcAft>
                <a:spcPts val="0"/>
              </a:spcAft>
              <a:buSzPts val="1800"/>
              <a:buNone/>
            </a:pPr>
            <a:endParaRPr/>
          </a:p>
        </p:txBody>
      </p:sp>
      <p:sp>
        <p:nvSpPr>
          <p:cNvPr id="363" name="Google Shape;363;p39"/>
          <p:cNvSpPr/>
          <p:nvPr/>
        </p:nvSpPr>
        <p:spPr>
          <a:xfrm>
            <a:off x="11107344" y="203981"/>
            <a:ext cx="807993" cy="780757"/>
          </a:xfrm>
          <a:prstGeom prst="ellipse">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4" name="Google Shape;364;p39"/>
          <p:cNvSpPr txBox="1">
            <a:spLocks noGrp="1"/>
          </p:cNvSpPr>
          <p:nvPr>
            <p:ph type="ftr" idx="11"/>
          </p:nvPr>
        </p:nvSpPr>
        <p:spPr>
          <a:xfrm>
            <a:off x="9538652" y="6471456"/>
            <a:ext cx="7619999" cy="365125"/>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SzPts val="1400"/>
              <a:buNone/>
            </a:pPr>
            <a:r>
              <a:rPr lang="en-US"/>
              <a:t>Riphah School of Conputing &amp; Innovation</a:t>
            </a:r>
            <a:endParaRPr/>
          </a:p>
        </p:txBody>
      </p:sp>
      <p:pic>
        <p:nvPicPr>
          <p:cNvPr id="2" name="Google Shape;320;p34">
            <a:extLst>
              <a:ext uri="{FF2B5EF4-FFF2-40B4-BE49-F238E27FC236}">
                <a16:creationId xmlns:a16="http://schemas.microsoft.com/office/drawing/2014/main" id="{F315E2F6-B2B5-A66F-D5E3-35B0276DEA61}"/>
              </a:ext>
            </a:extLst>
          </p:cNvPr>
          <p:cNvPicPr preferRelativeResize="0"/>
          <p:nvPr/>
        </p:nvPicPr>
        <p:blipFill rotWithShape="1">
          <a:blip r:embed="rId3">
            <a:alphaModFix/>
          </a:blip>
          <a:srcRect l="9140" t="17178" r="11995" b="4952"/>
          <a:stretch/>
        </p:blipFill>
        <p:spPr>
          <a:xfrm>
            <a:off x="11107344" y="203981"/>
            <a:ext cx="807900" cy="780900"/>
          </a:xfrm>
          <a:prstGeom prst="ellipse">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368"/>
        <p:cNvGrpSpPr/>
        <p:nvPr/>
      </p:nvGrpSpPr>
      <p:grpSpPr>
        <a:xfrm>
          <a:off x="0" y="0"/>
          <a:ext cx="0" cy="0"/>
          <a:chOff x="0" y="0"/>
          <a:chExt cx="0" cy="0"/>
        </a:xfrm>
      </p:grpSpPr>
      <p:sp>
        <p:nvSpPr>
          <p:cNvPr id="369" name="Google Shape;369;p40"/>
          <p:cNvSpPr txBox="1">
            <a:spLocks noGrp="1"/>
          </p:cNvSpPr>
          <p:nvPr>
            <p:ph type="title"/>
          </p:nvPr>
        </p:nvSpPr>
        <p:spPr>
          <a:xfrm>
            <a:off x="4928063" y="753347"/>
            <a:ext cx="8911687" cy="1280890"/>
          </a:xfrm>
          <a:prstGeom prst="rect">
            <a:avLst/>
          </a:prstGeom>
          <a:noFill/>
          <a:ln>
            <a:noFill/>
          </a:ln>
        </p:spPr>
        <p:txBody>
          <a:bodyPr spcFirstLastPara="1" wrap="square" lIns="91425" tIns="45700" rIns="91425" bIns="45700" anchor="t" anchorCtr="0">
            <a:normAutofit/>
          </a:bodyPr>
          <a:lstStyle/>
          <a:p>
            <a:pPr marL="0" lvl="0" indent="0" algn="l" rtl="0">
              <a:lnSpc>
                <a:spcPct val="100000"/>
              </a:lnSpc>
              <a:spcBef>
                <a:spcPts val="0"/>
              </a:spcBef>
              <a:spcAft>
                <a:spcPts val="0"/>
              </a:spcAft>
              <a:buClr>
                <a:schemeClr val="dk2"/>
              </a:buClr>
              <a:buSzPts val="3600"/>
              <a:buFont typeface="Times New Roman"/>
              <a:buNone/>
            </a:pPr>
            <a:r>
              <a:rPr lang="en-US" b="1" dirty="0">
                <a:solidFill>
                  <a:schemeClr val="dk2"/>
                </a:solidFill>
                <a:latin typeface="Times New Roman"/>
                <a:ea typeface="Times New Roman"/>
                <a:cs typeface="Times New Roman"/>
                <a:sym typeface="Times New Roman"/>
              </a:rPr>
              <a:t>Features</a:t>
            </a:r>
            <a:endParaRPr dirty="0">
              <a:solidFill>
                <a:schemeClr val="dk2"/>
              </a:solidFill>
            </a:endParaRPr>
          </a:p>
        </p:txBody>
      </p:sp>
      <p:sp>
        <p:nvSpPr>
          <p:cNvPr id="370" name="Google Shape;370;p40"/>
          <p:cNvSpPr txBox="1">
            <a:spLocks noGrp="1"/>
          </p:cNvSpPr>
          <p:nvPr>
            <p:ph type="body" idx="1"/>
          </p:nvPr>
        </p:nvSpPr>
        <p:spPr>
          <a:xfrm>
            <a:off x="1575582" y="2034237"/>
            <a:ext cx="9637321" cy="3381825"/>
          </a:xfrm>
          <a:prstGeom prst="rect">
            <a:avLst/>
          </a:prstGeom>
          <a:noFill/>
          <a:ln>
            <a:noFill/>
          </a:ln>
        </p:spPr>
        <p:txBody>
          <a:bodyPr spcFirstLastPara="1" wrap="square" lIns="91425" tIns="45700" rIns="91425" bIns="45700" anchor="t" anchorCtr="0">
            <a:normAutofit fontScale="85000" lnSpcReduction="10000"/>
          </a:bodyPr>
          <a:lstStyle/>
          <a:p>
            <a:pPr marL="514350" lvl="0" indent="-514381" algn="l" rtl="0">
              <a:lnSpc>
                <a:spcPct val="100000"/>
              </a:lnSpc>
              <a:spcBef>
                <a:spcPts val="0"/>
              </a:spcBef>
              <a:spcAft>
                <a:spcPts val="0"/>
              </a:spcAft>
              <a:buSzPct val="100000"/>
              <a:buFont typeface="Century Gothic"/>
              <a:buAutoNum type="arabicPeriod"/>
            </a:pPr>
            <a:r>
              <a:rPr lang="en-US" sz="1900" b="1" dirty="0">
                <a:latin typeface="Times New Roman"/>
                <a:ea typeface="Times New Roman"/>
                <a:cs typeface="Times New Roman"/>
                <a:sym typeface="Times New Roman"/>
              </a:rPr>
              <a:t>Core Features</a:t>
            </a:r>
            <a:endParaRPr sz="1900" b="1" dirty="0">
              <a:latin typeface="Times New Roman"/>
              <a:ea typeface="Times New Roman"/>
              <a:cs typeface="Times New Roman"/>
              <a:sym typeface="Times New Roman"/>
            </a:endParaRPr>
          </a:p>
          <a:p>
            <a:pPr marL="514350" lvl="0" indent="-514381" algn="l" rtl="0">
              <a:lnSpc>
                <a:spcPct val="100000"/>
              </a:lnSpc>
              <a:spcBef>
                <a:spcPts val="1000"/>
              </a:spcBef>
              <a:spcAft>
                <a:spcPts val="0"/>
              </a:spcAft>
              <a:buSzPct val="100000"/>
              <a:buFont typeface="Century Gothic"/>
              <a:buAutoNum type="alphaLcParenR"/>
            </a:pPr>
            <a:r>
              <a:rPr lang="en-US" sz="1900" b="1" dirty="0">
                <a:latin typeface="Times New Roman"/>
                <a:ea typeface="Times New Roman"/>
                <a:cs typeface="Times New Roman"/>
                <a:sym typeface="Times New Roman"/>
              </a:rPr>
              <a:t>Stutter Type Classification:</a:t>
            </a:r>
            <a:r>
              <a:rPr lang="en-US" sz="1900" dirty="0">
                <a:latin typeface="Times New Roman"/>
                <a:ea typeface="Times New Roman"/>
                <a:cs typeface="Times New Roman"/>
                <a:sym typeface="Times New Roman"/>
              </a:rPr>
              <a:t> Real-time classification of detected stutters into the following categories:</a:t>
            </a:r>
            <a:endParaRPr dirty="0"/>
          </a:p>
          <a:p>
            <a:pPr marL="742950" lvl="1" indent="-285812" algn="l" rtl="0">
              <a:lnSpc>
                <a:spcPct val="100000"/>
              </a:lnSpc>
              <a:spcBef>
                <a:spcPts val="1000"/>
              </a:spcBef>
              <a:spcAft>
                <a:spcPts val="0"/>
              </a:spcAft>
              <a:buSzPct val="100000"/>
              <a:buFont typeface="Courier New"/>
              <a:buChar char="o"/>
            </a:pPr>
            <a:r>
              <a:rPr lang="en-US" sz="1900" dirty="0">
                <a:latin typeface="Times New Roman"/>
                <a:ea typeface="Times New Roman"/>
                <a:cs typeface="Times New Roman"/>
                <a:sym typeface="Times New Roman"/>
              </a:rPr>
              <a:t>Block</a:t>
            </a:r>
            <a:endParaRPr dirty="0"/>
          </a:p>
          <a:p>
            <a:pPr marL="742950" lvl="1" indent="-285812" algn="l" rtl="0">
              <a:lnSpc>
                <a:spcPct val="100000"/>
              </a:lnSpc>
              <a:spcBef>
                <a:spcPts val="1000"/>
              </a:spcBef>
              <a:spcAft>
                <a:spcPts val="0"/>
              </a:spcAft>
              <a:buSzPct val="100000"/>
              <a:buFont typeface="Courier New"/>
              <a:buChar char="o"/>
            </a:pPr>
            <a:r>
              <a:rPr lang="en-US" sz="1900" dirty="0">
                <a:latin typeface="Times New Roman"/>
                <a:ea typeface="Times New Roman"/>
                <a:cs typeface="Times New Roman"/>
                <a:sym typeface="Times New Roman"/>
              </a:rPr>
              <a:t>Prolongation</a:t>
            </a:r>
            <a:endParaRPr dirty="0"/>
          </a:p>
          <a:p>
            <a:pPr marL="742950" lvl="1" indent="-285812" algn="l" rtl="0">
              <a:lnSpc>
                <a:spcPct val="100000"/>
              </a:lnSpc>
              <a:spcBef>
                <a:spcPts val="1000"/>
              </a:spcBef>
              <a:spcAft>
                <a:spcPts val="0"/>
              </a:spcAft>
              <a:buSzPct val="100000"/>
              <a:buFont typeface="Courier New"/>
              <a:buChar char="o"/>
            </a:pPr>
            <a:r>
              <a:rPr lang="en-US" sz="1900" dirty="0">
                <a:latin typeface="Times New Roman"/>
                <a:ea typeface="Times New Roman"/>
                <a:cs typeface="Times New Roman"/>
                <a:sym typeface="Times New Roman"/>
              </a:rPr>
              <a:t>Sound Repetition</a:t>
            </a:r>
            <a:endParaRPr dirty="0"/>
          </a:p>
          <a:p>
            <a:pPr marL="742950" lvl="1" indent="-285812" algn="l" rtl="0">
              <a:lnSpc>
                <a:spcPct val="100000"/>
              </a:lnSpc>
              <a:spcBef>
                <a:spcPts val="1000"/>
              </a:spcBef>
              <a:spcAft>
                <a:spcPts val="0"/>
              </a:spcAft>
              <a:buSzPct val="100000"/>
              <a:buFont typeface="Courier New"/>
              <a:buChar char="o"/>
            </a:pPr>
            <a:r>
              <a:rPr lang="en-US" sz="1900" dirty="0">
                <a:latin typeface="Times New Roman"/>
                <a:ea typeface="Times New Roman"/>
                <a:cs typeface="Times New Roman"/>
                <a:sym typeface="Times New Roman"/>
              </a:rPr>
              <a:t>Word Repetition</a:t>
            </a:r>
          </a:p>
          <a:p>
            <a:pPr marL="742950" lvl="1" indent="-285812" algn="l" rtl="0">
              <a:lnSpc>
                <a:spcPct val="100000"/>
              </a:lnSpc>
              <a:spcBef>
                <a:spcPts val="1000"/>
              </a:spcBef>
              <a:spcAft>
                <a:spcPts val="0"/>
              </a:spcAft>
              <a:buSzPct val="100000"/>
              <a:buFont typeface="Courier New"/>
              <a:buChar char="o"/>
            </a:pPr>
            <a:r>
              <a:rPr lang="en-US" sz="1900" dirty="0">
                <a:latin typeface="Times New Roman"/>
                <a:ea typeface="Times New Roman"/>
                <a:cs typeface="Times New Roman"/>
                <a:sym typeface="Times New Roman"/>
              </a:rPr>
              <a:t>Interjection (e.g., </a:t>
            </a:r>
            <a:r>
              <a:rPr lang="en-US" sz="1900" i="1" dirty="0">
                <a:latin typeface="Times New Roman"/>
                <a:ea typeface="Times New Roman"/>
                <a:cs typeface="Times New Roman"/>
                <a:sym typeface="Times New Roman"/>
              </a:rPr>
              <a:t>uh</a:t>
            </a:r>
            <a:r>
              <a:rPr lang="en-US" sz="1900" dirty="0">
                <a:latin typeface="Times New Roman"/>
                <a:ea typeface="Times New Roman"/>
                <a:cs typeface="Times New Roman"/>
                <a:sym typeface="Times New Roman"/>
              </a:rPr>
              <a:t>, </a:t>
            </a:r>
            <a:r>
              <a:rPr lang="en-US" sz="1900" i="1" dirty="0">
                <a:latin typeface="Times New Roman"/>
                <a:ea typeface="Times New Roman"/>
                <a:cs typeface="Times New Roman"/>
                <a:sym typeface="Times New Roman"/>
              </a:rPr>
              <a:t>um</a:t>
            </a:r>
            <a:r>
              <a:rPr lang="en-US" sz="1900" dirty="0">
                <a:latin typeface="Times New Roman"/>
                <a:ea typeface="Times New Roman"/>
                <a:cs typeface="Times New Roman"/>
                <a:sym typeface="Times New Roman"/>
              </a:rPr>
              <a:t>)</a:t>
            </a:r>
          </a:p>
          <a:p>
            <a:pPr marL="514350" lvl="0" indent="-514381" algn="l" rtl="0">
              <a:lnSpc>
                <a:spcPct val="100000"/>
              </a:lnSpc>
              <a:spcBef>
                <a:spcPts val="1000"/>
              </a:spcBef>
              <a:spcAft>
                <a:spcPts val="0"/>
              </a:spcAft>
              <a:buSzPct val="100000"/>
              <a:buFont typeface="Century Gothic"/>
              <a:buAutoNum type="alphaLcParenR"/>
            </a:pPr>
            <a:r>
              <a:rPr lang="en-US" sz="1900" b="1" dirty="0">
                <a:latin typeface="Times New Roman"/>
                <a:ea typeface="Times New Roman"/>
                <a:cs typeface="Times New Roman"/>
                <a:sym typeface="Times New Roman"/>
              </a:rPr>
              <a:t> Voice Recording:</a:t>
            </a:r>
            <a:r>
              <a:rPr lang="en-US" sz="1900" dirty="0">
                <a:latin typeface="Times New Roman"/>
                <a:ea typeface="Times New Roman"/>
                <a:cs typeface="Times New Roman"/>
                <a:sym typeface="Times New Roman"/>
              </a:rPr>
              <a:t> Simple and intuitive interface – users can start and stop speech recording easily.</a:t>
            </a:r>
            <a:endParaRPr dirty="0"/>
          </a:p>
          <a:p>
            <a:pPr marL="514350" lvl="0" indent="-514381" algn="l" rtl="0">
              <a:lnSpc>
                <a:spcPct val="100000"/>
              </a:lnSpc>
              <a:spcBef>
                <a:spcPts val="1000"/>
              </a:spcBef>
              <a:spcAft>
                <a:spcPts val="0"/>
              </a:spcAft>
              <a:buSzPct val="100000"/>
              <a:buFont typeface="Century Gothic"/>
              <a:buAutoNum type="alphaLcParenR"/>
            </a:pPr>
            <a:r>
              <a:rPr lang="en-US" sz="1900" b="1" dirty="0">
                <a:latin typeface="Times New Roman"/>
                <a:ea typeface="Times New Roman"/>
                <a:cs typeface="Times New Roman"/>
                <a:sym typeface="Times New Roman"/>
              </a:rPr>
              <a:t>Probability Score:</a:t>
            </a:r>
            <a:r>
              <a:rPr lang="en-US" sz="1900" dirty="0">
                <a:latin typeface="Times New Roman"/>
                <a:ea typeface="Times New Roman"/>
                <a:cs typeface="Times New Roman"/>
                <a:sym typeface="Times New Roman"/>
              </a:rPr>
              <a:t> Displays the confidence level of detection</a:t>
            </a:r>
            <a:endParaRPr dirty="0"/>
          </a:p>
          <a:p>
            <a:pPr marL="742950" lvl="1" indent="-97790" algn="l" rtl="0">
              <a:lnSpc>
                <a:spcPct val="100000"/>
              </a:lnSpc>
              <a:spcBef>
                <a:spcPts val="1000"/>
              </a:spcBef>
              <a:spcAft>
                <a:spcPts val="0"/>
              </a:spcAft>
              <a:buSzPct val="100000"/>
              <a:buFont typeface="Courier New"/>
              <a:buNone/>
            </a:pPr>
            <a:endParaRPr sz="3200" dirty="0">
              <a:latin typeface="Times New Roman"/>
              <a:ea typeface="Times New Roman"/>
              <a:cs typeface="Times New Roman"/>
              <a:sym typeface="Times New Roman"/>
            </a:endParaRPr>
          </a:p>
          <a:p>
            <a:pPr marL="342900" lvl="0" indent="-237172" algn="l" rtl="0">
              <a:lnSpc>
                <a:spcPct val="100000"/>
              </a:lnSpc>
              <a:spcBef>
                <a:spcPts val="1000"/>
              </a:spcBef>
              <a:spcAft>
                <a:spcPts val="0"/>
              </a:spcAft>
              <a:buSzPct val="100000"/>
              <a:buNone/>
            </a:pPr>
            <a:endParaRPr dirty="0"/>
          </a:p>
          <a:p>
            <a:pPr marL="342900" lvl="0" indent="-237172" algn="l" rtl="0">
              <a:lnSpc>
                <a:spcPct val="100000"/>
              </a:lnSpc>
              <a:spcBef>
                <a:spcPts val="1000"/>
              </a:spcBef>
              <a:spcAft>
                <a:spcPts val="0"/>
              </a:spcAft>
              <a:buSzPct val="100000"/>
              <a:buNone/>
            </a:pPr>
            <a:endParaRPr dirty="0"/>
          </a:p>
        </p:txBody>
      </p:sp>
      <p:sp>
        <p:nvSpPr>
          <p:cNvPr id="371" name="Google Shape;371;p40"/>
          <p:cNvSpPr/>
          <p:nvPr/>
        </p:nvSpPr>
        <p:spPr>
          <a:xfrm>
            <a:off x="11107344" y="203981"/>
            <a:ext cx="807993" cy="780757"/>
          </a:xfrm>
          <a:prstGeom prst="ellipse">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2" name="Google Shape;372;p40"/>
          <p:cNvSpPr txBox="1">
            <a:spLocks noGrp="1"/>
          </p:cNvSpPr>
          <p:nvPr>
            <p:ph type="ftr" idx="11"/>
          </p:nvPr>
        </p:nvSpPr>
        <p:spPr>
          <a:xfrm>
            <a:off x="9383907" y="6465561"/>
            <a:ext cx="7619999" cy="365125"/>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SzPts val="1400"/>
              <a:buNone/>
            </a:pPr>
            <a:r>
              <a:rPr lang="en-US"/>
              <a:t>Riphah School of Conputing &amp; Innovation</a:t>
            </a:r>
            <a:endParaRPr/>
          </a:p>
        </p:txBody>
      </p:sp>
      <p:pic>
        <p:nvPicPr>
          <p:cNvPr id="2" name="Google Shape;320;p34">
            <a:extLst>
              <a:ext uri="{FF2B5EF4-FFF2-40B4-BE49-F238E27FC236}">
                <a16:creationId xmlns:a16="http://schemas.microsoft.com/office/drawing/2014/main" id="{A52E81E5-0699-07EC-0C4B-654D8CAEAD9A}"/>
              </a:ext>
            </a:extLst>
          </p:cNvPr>
          <p:cNvPicPr preferRelativeResize="0"/>
          <p:nvPr/>
        </p:nvPicPr>
        <p:blipFill rotWithShape="1">
          <a:blip r:embed="rId3">
            <a:alphaModFix/>
          </a:blip>
          <a:srcRect l="9140" t="17178" r="11995" b="4952"/>
          <a:stretch/>
        </p:blipFill>
        <p:spPr>
          <a:xfrm>
            <a:off x="11107344" y="203981"/>
            <a:ext cx="807900" cy="780900"/>
          </a:xfrm>
          <a:prstGeom prst="ellipse">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377"/>
        <p:cNvGrpSpPr/>
        <p:nvPr/>
      </p:nvGrpSpPr>
      <p:grpSpPr>
        <a:xfrm>
          <a:off x="0" y="0"/>
          <a:ext cx="0" cy="0"/>
          <a:chOff x="0" y="0"/>
          <a:chExt cx="0" cy="0"/>
        </a:xfrm>
      </p:grpSpPr>
      <p:sp>
        <p:nvSpPr>
          <p:cNvPr id="378" name="Google Shape;378;p41"/>
          <p:cNvSpPr txBox="1">
            <a:spLocks noGrp="1"/>
          </p:cNvSpPr>
          <p:nvPr>
            <p:ph type="body" idx="1"/>
          </p:nvPr>
        </p:nvSpPr>
        <p:spPr>
          <a:xfrm>
            <a:off x="680484" y="1424763"/>
            <a:ext cx="10824129" cy="5102646"/>
          </a:xfrm>
          <a:prstGeom prst="rect">
            <a:avLst/>
          </a:prstGeom>
          <a:noFill/>
          <a:ln>
            <a:noFill/>
          </a:ln>
        </p:spPr>
        <p:txBody>
          <a:bodyPr spcFirstLastPara="1" wrap="square" lIns="91425" tIns="45700" rIns="91425" bIns="45700" anchor="t" anchorCtr="0">
            <a:normAutofit fontScale="92500" lnSpcReduction="10000"/>
          </a:bodyPr>
          <a:lstStyle/>
          <a:p>
            <a:pPr marL="0" lvl="0" indent="0" algn="just" rtl="0">
              <a:lnSpc>
                <a:spcPct val="100000"/>
              </a:lnSpc>
              <a:spcBef>
                <a:spcPts val="0"/>
              </a:spcBef>
              <a:spcAft>
                <a:spcPts val="0"/>
              </a:spcAft>
              <a:buSzPct val="100000"/>
              <a:buNone/>
            </a:pPr>
            <a:r>
              <a:rPr lang="en-US" sz="1900" b="1">
                <a:latin typeface="Times New Roman"/>
                <a:ea typeface="Times New Roman"/>
                <a:cs typeface="Times New Roman"/>
                <a:sym typeface="Times New Roman"/>
              </a:rPr>
              <a:t>2.   Voice Enhancement</a:t>
            </a:r>
            <a:endParaRPr sz="1900" b="1">
              <a:latin typeface="Times New Roman"/>
              <a:ea typeface="Times New Roman"/>
              <a:cs typeface="Times New Roman"/>
              <a:sym typeface="Times New Roman"/>
            </a:endParaRPr>
          </a:p>
          <a:p>
            <a:pPr marL="457200" lvl="0" indent="-457231" algn="just" rtl="0">
              <a:lnSpc>
                <a:spcPct val="100000"/>
              </a:lnSpc>
              <a:spcBef>
                <a:spcPts val="1000"/>
              </a:spcBef>
              <a:spcAft>
                <a:spcPts val="0"/>
              </a:spcAft>
              <a:buSzPct val="100000"/>
              <a:buFont typeface="Century Gothic"/>
              <a:buAutoNum type="alphaLcParenR"/>
            </a:pPr>
            <a:r>
              <a:rPr lang="en-US" sz="1900" b="1">
                <a:latin typeface="Times New Roman"/>
                <a:ea typeface="Times New Roman"/>
                <a:cs typeface="Times New Roman"/>
                <a:sym typeface="Times New Roman"/>
              </a:rPr>
              <a:t>Background Noise Cancellation:</a:t>
            </a:r>
            <a:r>
              <a:rPr lang="en-US" sz="1900">
                <a:latin typeface="Times New Roman"/>
                <a:ea typeface="Times New Roman"/>
                <a:cs typeface="Times New Roman"/>
                <a:sym typeface="Times New Roman"/>
              </a:rPr>
              <a:t> Removes environmental and background sounds for clearer speech input.</a:t>
            </a:r>
            <a:endParaRPr/>
          </a:p>
          <a:p>
            <a:pPr marL="457200" lvl="0" indent="-457231" algn="just" rtl="0">
              <a:lnSpc>
                <a:spcPct val="100000"/>
              </a:lnSpc>
              <a:spcBef>
                <a:spcPts val="1000"/>
              </a:spcBef>
              <a:spcAft>
                <a:spcPts val="0"/>
              </a:spcAft>
              <a:buSzPct val="100000"/>
              <a:buFont typeface="Century Gothic"/>
              <a:buAutoNum type="alphaLcParenR"/>
            </a:pPr>
            <a:r>
              <a:rPr lang="en-US" sz="1900" b="1">
                <a:latin typeface="Times New Roman"/>
                <a:ea typeface="Times New Roman"/>
                <a:cs typeface="Times New Roman"/>
                <a:sym typeface="Times New Roman"/>
              </a:rPr>
              <a:t>Microphone Distortion Removal:</a:t>
            </a:r>
            <a:r>
              <a:rPr lang="en-US" sz="1900">
                <a:latin typeface="Times New Roman"/>
                <a:ea typeface="Times New Roman"/>
                <a:cs typeface="Times New Roman"/>
                <a:sym typeface="Times New Roman"/>
              </a:rPr>
              <a:t> Enhances audio clarity by reducing microphone distortions, ensuring accurate analysis.</a:t>
            </a:r>
            <a:endParaRPr/>
          </a:p>
          <a:p>
            <a:pPr marL="0" lvl="0" indent="0" algn="just" rtl="0">
              <a:lnSpc>
                <a:spcPct val="100000"/>
              </a:lnSpc>
              <a:spcBef>
                <a:spcPts val="1000"/>
              </a:spcBef>
              <a:spcAft>
                <a:spcPts val="0"/>
              </a:spcAft>
              <a:buSzPct val="100000"/>
              <a:buNone/>
            </a:pPr>
            <a:endParaRPr sz="1900">
              <a:latin typeface="Times New Roman"/>
              <a:ea typeface="Times New Roman"/>
              <a:cs typeface="Times New Roman"/>
              <a:sym typeface="Times New Roman"/>
            </a:endParaRPr>
          </a:p>
          <a:p>
            <a:pPr marL="0" lvl="0" indent="0" algn="just" rtl="0">
              <a:lnSpc>
                <a:spcPct val="100000"/>
              </a:lnSpc>
              <a:spcBef>
                <a:spcPts val="1000"/>
              </a:spcBef>
              <a:spcAft>
                <a:spcPts val="0"/>
              </a:spcAft>
              <a:buSzPct val="100000"/>
              <a:buNone/>
            </a:pPr>
            <a:r>
              <a:rPr lang="en-US" sz="1900" b="1">
                <a:latin typeface="Times New Roman"/>
                <a:ea typeface="Times New Roman"/>
                <a:cs typeface="Times New Roman"/>
                <a:sym typeface="Times New Roman"/>
              </a:rPr>
              <a:t>3.   Analysis and Feedback Features</a:t>
            </a:r>
            <a:endParaRPr sz="1900" b="1">
              <a:latin typeface="Times New Roman"/>
              <a:ea typeface="Times New Roman"/>
              <a:cs typeface="Times New Roman"/>
              <a:sym typeface="Times New Roman"/>
            </a:endParaRPr>
          </a:p>
          <a:p>
            <a:pPr marL="457200" lvl="0" indent="-457231" algn="just" rtl="0">
              <a:lnSpc>
                <a:spcPct val="100000"/>
              </a:lnSpc>
              <a:spcBef>
                <a:spcPts val="1000"/>
              </a:spcBef>
              <a:spcAft>
                <a:spcPts val="0"/>
              </a:spcAft>
              <a:buSzPct val="100000"/>
              <a:buFont typeface="Century Gothic"/>
              <a:buAutoNum type="alphaLcParenR"/>
            </a:pPr>
            <a:r>
              <a:rPr lang="en-US" sz="1900" b="1">
                <a:latin typeface="Times New Roman"/>
                <a:ea typeface="Times New Roman"/>
                <a:cs typeface="Times New Roman"/>
                <a:sym typeface="Times New Roman"/>
              </a:rPr>
              <a:t>Window-Based Segmentation (0.5–1 sec):</a:t>
            </a:r>
            <a:r>
              <a:rPr lang="en-US" sz="1900">
                <a:latin typeface="Times New Roman"/>
                <a:ea typeface="Times New Roman"/>
                <a:cs typeface="Times New Roman"/>
                <a:sym typeface="Times New Roman"/>
              </a:rPr>
              <a:t> Detects precise stutter events within short, fixed time intervals.</a:t>
            </a:r>
            <a:endParaRPr/>
          </a:p>
          <a:p>
            <a:pPr marL="457200" lvl="0" indent="-457231" algn="just" rtl="0">
              <a:lnSpc>
                <a:spcPct val="100000"/>
              </a:lnSpc>
              <a:spcBef>
                <a:spcPts val="1000"/>
              </a:spcBef>
              <a:spcAft>
                <a:spcPts val="0"/>
              </a:spcAft>
              <a:buSzPct val="100000"/>
              <a:buFont typeface="Century Gothic"/>
              <a:buAutoNum type="alphaLcParenR"/>
            </a:pPr>
            <a:r>
              <a:rPr lang="en-US" sz="1900" b="1">
                <a:latin typeface="Times New Roman"/>
                <a:ea typeface="Times New Roman"/>
                <a:cs typeface="Times New Roman"/>
                <a:sym typeface="Times New Roman"/>
              </a:rPr>
              <a:t>Transcript Highlighting:</a:t>
            </a:r>
            <a:r>
              <a:rPr lang="en-US" sz="1900">
                <a:latin typeface="Times New Roman"/>
                <a:ea typeface="Times New Roman"/>
                <a:cs typeface="Times New Roman"/>
                <a:sym typeface="Times New Roman"/>
              </a:rPr>
              <a:t> Automatically highlights stuttered or dysfluent words within the generated transcript.</a:t>
            </a:r>
            <a:endParaRPr/>
          </a:p>
          <a:p>
            <a:pPr marL="457200" lvl="0" indent="-457231" algn="just" rtl="0">
              <a:lnSpc>
                <a:spcPct val="100000"/>
              </a:lnSpc>
              <a:spcBef>
                <a:spcPts val="1000"/>
              </a:spcBef>
              <a:spcAft>
                <a:spcPts val="0"/>
              </a:spcAft>
              <a:buSzPct val="100000"/>
              <a:buFont typeface="Century Gothic"/>
              <a:buAutoNum type="alphaLcParenR"/>
            </a:pPr>
            <a:r>
              <a:rPr lang="en-US" sz="1900" b="1">
                <a:latin typeface="Times New Roman"/>
                <a:ea typeface="Times New Roman"/>
                <a:cs typeface="Times New Roman"/>
                <a:sym typeface="Times New Roman"/>
              </a:rPr>
              <a:t>Event Table:</a:t>
            </a:r>
            <a:r>
              <a:rPr lang="en-US" sz="1900">
                <a:latin typeface="Times New Roman"/>
                <a:ea typeface="Times New Roman"/>
                <a:cs typeface="Times New Roman"/>
                <a:sym typeface="Times New Roman"/>
              </a:rPr>
              <a:t> Displays a structured report for each stuttering event including:</a:t>
            </a:r>
            <a:br>
              <a:rPr lang="en-US" sz="1900">
                <a:latin typeface="Times New Roman"/>
                <a:ea typeface="Times New Roman"/>
                <a:cs typeface="Times New Roman"/>
                <a:sym typeface="Times New Roman"/>
              </a:rPr>
            </a:br>
            <a:r>
              <a:rPr lang="en-US" sz="1900">
                <a:latin typeface="Times New Roman"/>
                <a:ea typeface="Times New Roman"/>
                <a:cs typeface="Times New Roman"/>
                <a:sym typeface="Times New Roman"/>
              </a:rPr>
              <a:t>| Start (s) | End (s) | Type | Probability | Word(s) |</a:t>
            </a:r>
            <a:endParaRPr/>
          </a:p>
          <a:p>
            <a:pPr marL="457200" lvl="0" indent="-457231" algn="just" rtl="0">
              <a:lnSpc>
                <a:spcPct val="100000"/>
              </a:lnSpc>
              <a:spcBef>
                <a:spcPts val="1000"/>
              </a:spcBef>
              <a:spcAft>
                <a:spcPts val="0"/>
              </a:spcAft>
              <a:buSzPct val="100000"/>
              <a:buFont typeface="Century Gothic"/>
              <a:buAutoNum type="alphaLcParenR"/>
            </a:pPr>
            <a:r>
              <a:rPr lang="en-US" sz="1900" b="1">
                <a:latin typeface="Times New Roman"/>
                <a:ea typeface="Times New Roman"/>
                <a:cs typeface="Times New Roman"/>
                <a:sym typeface="Times New Roman"/>
              </a:rPr>
              <a:t>Fluency Score (0–100):</a:t>
            </a:r>
            <a:r>
              <a:rPr lang="en-US" sz="1900">
                <a:latin typeface="Times New Roman"/>
                <a:ea typeface="Times New Roman"/>
                <a:cs typeface="Times New Roman"/>
                <a:sym typeface="Times New Roman"/>
              </a:rPr>
              <a:t> Calculates a dynamic fluency score based on the ratio of fluent to stuttered speech.</a:t>
            </a:r>
            <a:endParaRPr/>
          </a:p>
          <a:p>
            <a:pPr marL="457200" lvl="0" indent="-457231" algn="just" rtl="0">
              <a:lnSpc>
                <a:spcPct val="100000"/>
              </a:lnSpc>
              <a:spcBef>
                <a:spcPts val="1000"/>
              </a:spcBef>
              <a:spcAft>
                <a:spcPts val="0"/>
              </a:spcAft>
              <a:buSzPct val="100000"/>
              <a:buFont typeface="Century Gothic"/>
              <a:buAutoNum type="alphaLcParenR"/>
            </a:pPr>
            <a:r>
              <a:rPr lang="en-US" sz="1900" b="1">
                <a:latin typeface="Times New Roman"/>
                <a:ea typeface="Times New Roman"/>
                <a:cs typeface="Times New Roman"/>
                <a:sym typeface="Times New Roman"/>
              </a:rPr>
              <a:t>Pause Detection:</a:t>
            </a:r>
            <a:r>
              <a:rPr lang="en-US" sz="1900">
                <a:latin typeface="Times New Roman"/>
                <a:ea typeface="Times New Roman"/>
                <a:cs typeface="Times New Roman"/>
                <a:sym typeface="Times New Roman"/>
              </a:rPr>
              <a:t> Differentiates between natural pauses and abnormal silent blocks.</a:t>
            </a:r>
            <a:endParaRPr/>
          </a:p>
          <a:p>
            <a:pPr marL="457200" lvl="0" indent="-457231" algn="just" rtl="0">
              <a:lnSpc>
                <a:spcPct val="100000"/>
              </a:lnSpc>
              <a:spcBef>
                <a:spcPts val="1000"/>
              </a:spcBef>
              <a:spcAft>
                <a:spcPts val="0"/>
              </a:spcAft>
              <a:buSzPct val="100000"/>
              <a:buFont typeface="Century Gothic"/>
              <a:buAutoNum type="alphaLcParenR"/>
            </a:pPr>
            <a:r>
              <a:rPr lang="en-US" sz="1900" b="1">
                <a:latin typeface="Times New Roman"/>
                <a:ea typeface="Times New Roman"/>
                <a:cs typeface="Times New Roman"/>
                <a:sym typeface="Times New Roman"/>
              </a:rPr>
              <a:t>Duration Measurement:</a:t>
            </a:r>
            <a:r>
              <a:rPr lang="en-US" sz="1900">
                <a:latin typeface="Times New Roman"/>
                <a:ea typeface="Times New Roman"/>
                <a:cs typeface="Times New Roman"/>
                <a:sym typeface="Times New Roman"/>
              </a:rPr>
              <a:t> Calculates the duration of blocks and prolongations (in seconds) for detailed analysis.</a:t>
            </a:r>
            <a:endParaRPr/>
          </a:p>
          <a:p>
            <a:pPr marL="342900" lvl="0" indent="-237172" algn="l" rtl="0">
              <a:lnSpc>
                <a:spcPct val="100000"/>
              </a:lnSpc>
              <a:spcBef>
                <a:spcPts val="1000"/>
              </a:spcBef>
              <a:spcAft>
                <a:spcPts val="0"/>
              </a:spcAft>
              <a:buSzPct val="100000"/>
              <a:buNone/>
            </a:pPr>
            <a:endParaRPr/>
          </a:p>
          <a:p>
            <a:pPr marL="342900" lvl="0" indent="-237172" algn="l" rtl="0">
              <a:lnSpc>
                <a:spcPct val="100000"/>
              </a:lnSpc>
              <a:spcBef>
                <a:spcPts val="1000"/>
              </a:spcBef>
              <a:spcAft>
                <a:spcPts val="0"/>
              </a:spcAft>
              <a:buSzPct val="100000"/>
              <a:buNone/>
            </a:pPr>
            <a:endParaRPr/>
          </a:p>
        </p:txBody>
      </p:sp>
      <p:sp>
        <p:nvSpPr>
          <p:cNvPr id="379" name="Google Shape;379;p41"/>
          <p:cNvSpPr/>
          <p:nvPr/>
        </p:nvSpPr>
        <p:spPr>
          <a:xfrm>
            <a:off x="11107344" y="203981"/>
            <a:ext cx="807993" cy="780757"/>
          </a:xfrm>
          <a:prstGeom prst="ellipse">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0" name="Google Shape;380;p41"/>
          <p:cNvSpPr txBox="1">
            <a:spLocks noGrp="1"/>
          </p:cNvSpPr>
          <p:nvPr>
            <p:ph type="ftr" idx="11"/>
          </p:nvPr>
        </p:nvSpPr>
        <p:spPr>
          <a:xfrm>
            <a:off x="9538652" y="6492875"/>
            <a:ext cx="7619999" cy="365125"/>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SzPts val="1400"/>
              <a:buNone/>
            </a:pPr>
            <a:r>
              <a:rPr lang="en-US"/>
              <a:t>Riphah School of Conputing &amp; Innovation</a:t>
            </a:r>
            <a:endParaRPr/>
          </a:p>
        </p:txBody>
      </p:sp>
      <p:pic>
        <p:nvPicPr>
          <p:cNvPr id="2" name="Google Shape;320;p34">
            <a:extLst>
              <a:ext uri="{FF2B5EF4-FFF2-40B4-BE49-F238E27FC236}">
                <a16:creationId xmlns:a16="http://schemas.microsoft.com/office/drawing/2014/main" id="{9579306F-62A9-FF51-D4FA-162341FB35D1}"/>
              </a:ext>
            </a:extLst>
          </p:cNvPr>
          <p:cNvPicPr preferRelativeResize="0"/>
          <p:nvPr/>
        </p:nvPicPr>
        <p:blipFill rotWithShape="1">
          <a:blip r:embed="rId3">
            <a:alphaModFix/>
          </a:blip>
          <a:srcRect l="9140" t="17178" r="11995" b="4952"/>
          <a:stretch/>
        </p:blipFill>
        <p:spPr>
          <a:xfrm>
            <a:off x="11107344" y="203981"/>
            <a:ext cx="807900" cy="780900"/>
          </a:xfrm>
          <a:prstGeom prst="ellipse">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384"/>
        <p:cNvGrpSpPr/>
        <p:nvPr/>
      </p:nvGrpSpPr>
      <p:grpSpPr>
        <a:xfrm>
          <a:off x="0" y="0"/>
          <a:ext cx="0" cy="0"/>
          <a:chOff x="0" y="0"/>
          <a:chExt cx="0" cy="0"/>
        </a:xfrm>
      </p:grpSpPr>
      <p:sp>
        <p:nvSpPr>
          <p:cNvPr id="385" name="Google Shape;385;p42"/>
          <p:cNvSpPr txBox="1">
            <a:spLocks noGrp="1"/>
          </p:cNvSpPr>
          <p:nvPr>
            <p:ph type="body" idx="1"/>
          </p:nvPr>
        </p:nvSpPr>
        <p:spPr>
          <a:xfrm>
            <a:off x="1280160" y="1420836"/>
            <a:ext cx="10224452" cy="5275385"/>
          </a:xfrm>
          <a:prstGeom prst="rect">
            <a:avLst/>
          </a:prstGeom>
          <a:noFill/>
          <a:ln>
            <a:noFill/>
          </a:ln>
        </p:spPr>
        <p:txBody>
          <a:bodyPr spcFirstLastPara="1" wrap="square" lIns="91425" tIns="45700" rIns="91425" bIns="45700" anchor="t" anchorCtr="0">
            <a:normAutofit fontScale="85000" lnSpcReduction="20000"/>
          </a:bodyPr>
          <a:lstStyle/>
          <a:p>
            <a:pPr marL="0" lvl="0" indent="0" algn="just" rtl="0">
              <a:lnSpc>
                <a:spcPct val="100000"/>
              </a:lnSpc>
              <a:spcBef>
                <a:spcPts val="0"/>
              </a:spcBef>
              <a:spcAft>
                <a:spcPts val="0"/>
              </a:spcAft>
              <a:buSzPct val="100000"/>
              <a:buNone/>
            </a:pPr>
            <a:r>
              <a:rPr lang="en-US" sz="2100" b="1">
                <a:latin typeface="Times New Roman"/>
                <a:ea typeface="Times New Roman"/>
                <a:cs typeface="Times New Roman"/>
                <a:sym typeface="Times New Roman"/>
              </a:rPr>
              <a:t>4.   Therapy and Exercise Features</a:t>
            </a:r>
            <a:endParaRPr sz="2100" b="1">
              <a:latin typeface="Times New Roman"/>
              <a:ea typeface="Times New Roman"/>
              <a:cs typeface="Times New Roman"/>
              <a:sym typeface="Times New Roman"/>
            </a:endParaRPr>
          </a:p>
          <a:p>
            <a:pPr marL="457200" lvl="0" indent="-457200" algn="just" rtl="0">
              <a:lnSpc>
                <a:spcPct val="100000"/>
              </a:lnSpc>
              <a:spcBef>
                <a:spcPts val="1000"/>
              </a:spcBef>
              <a:spcAft>
                <a:spcPts val="0"/>
              </a:spcAft>
              <a:buSzPct val="100000"/>
              <a:buFont typeface="Century Gothic"/>
              <a:buAutoNum type="alphaLcParenR"/>
            </a:pPr>
            <a:r>
              <a:rPr lang="en-US" sz="2100" b="1">
                <a:latin typeface="Times New Roman"/>
                <a:ea typeface="Times New Roman"/>
                <a:cs typeface="Times New Roman"/>
                <a:sym typeface="Times New Roman"/>
              </a:rPr>
              <a:t>Personalized Exercises:</a:t>
            </a:r>
            <a:r>
              <a:rPr lang="en-US" sz="2100">
                <a:latin typeface="Times New Roman"/>
                <a:ea typeface="Times New Roman"/>
                <a:cs typeface="Times New Roman"/>
                <a:sym typeface="Times New Roman"/>
              </a:rPr>
              <a:t> AI recommends targeted exercises based on detected stutter types:</a:t>
            </a:r>
            <a:endParaRPr/>
          </a:p>
          <a:p>
            <a:pPr marL="742950" lvl="1" indent="-285750" algn="just" rtl="0">
              <a:lnSpc>
                <a:spcPct val="100000"/>
              </a:lnSpc>
              <a:spcBef>
                <a:spcPts val="1000"/>
              </a:spcBef>
              <a:spcAft>
                <a:spcPts val="0"/>
              </a:spcAft>
              <a:buSzPct val="100000"/>
              <a:buFont typeface="Arial"/>
              <a:buChar char="•"/>
            </a:pPr>
            <a:r>
              <a:rPr lang="en-US" sz="2100" i="1">
                <a:latin typeface="Times New Roman"/>
                <a:ea typeface="Times New Roman"/>
                <a:cs typeface="Times New Roman"/>
                <a:sym typeface="Times New Roman"/>
              </a:rPr>
              <a:t>Block</a:t>
            </a:r>
            <a:r>
              <a:rPr lang="en-US" sz="2100">
                <a:latin typeface="Times New Roman"/>
                <a:ea typeface="Times New Roman"/>
                <a:cs typeface="Times New Roman"/>
                <a:sym typeface="Times New Roman"/>
              </a:rPr>
              <a:t> → Smooth onset drills</a:t>
            </a:r>
            <a:endParaRPr/>
          </a:p>
          <a:p>
            <a:pPr marL="742950" lvl="1" indent="-285750" algn="just" rtl="0">
              <a:lnSpc>
                <a:spcPct val="100000"/>
              </a:lnSpc>
              <a:spcBef>
                <a:spcPts val="1000"/>
              </a:spcBef>
              <a:spcAft>
                <a:spcPts val="0"/>
              </a:spcAft>
              <a:buSzPct val="100000"/>
              <a:buFont typeface="Arial"/>
              <a:buChar char="•"/>
            </a:pPr>
            <a:r>
              <a:rPr lang="en-US" sz="2100" i="1">
                <a:latin typeface="Times New Roman"/>
                <a:ea typeface="Times New Roman"/>
                <a:cs typeface="Times New Roman"/>
                <a:sym typeface="Times New Roman"/>
              </a:rPr>
              <a:t>Prolongation</a:t>
            </a:r>
            <a:r>
              <a:rPr lang="en-US" sz="2100">
                <a:latin typeface="Times New Roman"/>
                <a:ea typeface="Times New Roman"/>
                <a:cs typeface="Times New Roman"/>
                <a:sym typeface="Times New Roman"/>
              </a:rPr>
              <a:t> → Breathing and pacing exercises</a:t>
            </a:r>
            <a:endParaRPr/>
          </a:p>
          <a:p>
            <a:pPr marL="742950" lvl="1" indent="-285750" algn="just" rtl="0">
              <a:lnSpc>
                <a:spcPct val="100000"/>
              </a:lnSpc>
              <a:spcBef>
                <a:spcPts val="1000"/>
              </a:spcBef>
              <a:spcAft>
                <a:spcPts val="0"/>
              </a:spcAft>
              <a:buSzPct val="100000"/>
              <a:buFont typeface="Arial"/>
              <a:buChar char="•"/>
            </a:pPr>
            <a:r>
              <a:rPr lang="en-US" sz="2100" i="1">
                <a:latin typeface="Times New Roman"/>
                <a:ea typeface="Times New Roman"/>
                <a:cs typeface="Times New Roman"/>
                <a:sym typeface="Times New Roman"/>
              </a:rPr>
              <a:t>Repetition</a:t>
            </a:r>
            <a:r>
              <a:rPr lang="en-US" sz="2100">
                <a:latin typeface="Times New Roman"/>
                <a:ea typeface="Times New Roman"/>
                <a:cs typeface="Times New Roman"/>
                <a:sym typeface="Times New Roman"/>
              </a:rPr>
              <a:t> → Controlled speech drills</a:t>
            </a:r>
            <a:endParaRPr/>
          </a:p>
          <a:p>
            <a:pPr marL="742950" lvl="1" indent="-285750" algn="just" rtl="0">
              <a:lnSpc>
                <a:spcPct val="100000"/>
              </a:lnSpc>
              <a:spcBef>
                <a:spcPts val="1000"/>
              </a:spcBef>
              <a:spcAft>
                <a:spcPts val="0"/>
              </a:spcAft>
              <a:buSzPct val="100000"/>
              <a:buFont typeface="Arial"/>
              <a:buChar char="•"/>
            </a:pPr>
            <a:r>
              <a:rPr lang="en-US" sz="2100" i="1">
                <a:latin typeface="Times New Roman"/>
                <a:ea typeface="Times New Roman"/>
                <a:cs typeface="Times New Roman"/>
                <a:sym typeface="Times New Roman"/>
              </a:rPr>
              <a:t>Interjection</a:t>
            </a:r>
            <a:r>
              <a:rPr lang="en-US" sz="2100">
                <a:latin typeface="Times New Roman"/>
                <a:ea typeface="Times New Roman"/>
                <a:cs typeface="Times New Roman"/>
                <a:sym typeface="Times New Roman"/>
              </a:rPr>
              <a:t> → Filler-word reduction games</a:t>
            </a:r>
            <a:endParaRPr/>
          </a:p>
          <a:p>
            <a:pPr marL="457200" lvl="0" indent="-457200" algn="just" rtl="0">
              <a:lnSpc>
                <a:spcPct val="100000"/>
              </a:lnSpc>
              <a:spcBef>
                <a:spcPts val="1000"/>
              </a:spcBef>
              <a:spcAft>
                <a:spcPts val="0"/>
              </a:spcAft>
              <a:buSzPct val="100000"/>
              <a:buFont typeface="Century Gothic"/>
              <a:buAutoNum type="alphaLcParenR"/>
            </a:pPr>
            <a:r>
              <a:rPr lang="en-US" sz="2100" b="1">
                <a:latin typeface="Times New Roman"/>
                <a:ea typeface="Times New Roman"/>
                <a:cs typeface="Times New Roman"/>
                <a:sym typeface="Times New Roman"/>
              </a:rPr>
              <a:t>Therapist Mode:</a:t>
            </a:r>
            <a:endParaRPr sz="2100">
              <a:latin typeface="Times New Roman"/>
              <a:ea typeface="Times New Roman"/>
              <a:cs typeface="Times New Roman"/>
              <a:sym typeface="Times New Roman"/>
            </a:endParaRPr>
          </a:p>
          <a:p>
            <a:pPr marL="742950" lvl="1" indent="-285750" algn="just" rtl="0">
              <a:lnSpc>
                <a:spcPct val="100000"/>
              </a:lnSpc>
              <a:spcBef>
                <a:spcPts val="1000"/>
              </a:spcBef>
              <a:spcAft>
                <a:spcPts val="0"/>
              </a:spcAft>
              <a:buSzPct val="100000"/>
              <a:buFont typeface="Arial"/>
              <a:buChar char="•"/>
            </a:pPr>
            <a:r>
              <a:rPr lang="en-US" sz="2100">
                <a:latin typeface="Times New Roman"/>
                <a:ea typeface="Times New Roman"/>
                <a:cs typeface="Times New Roman"/>
                <a:sym typeface="Times New Roman"/>
              </a:rPr>
              <a:t>Enables therapists to access detailed client reports.</a:t>
            </a:r>
            <a:endParaRPr/>
          </a:p>
          <a:p>
            <a:pPr marL="742950" lvl="1" indent="-285750" algn="just" rtl="0">
              <a:lnSpc>
                <a:spcPct val="100000"/>
              </a:lnSpc>
              <a:spcBef>
                <a:spcPts val="1000"/>
              </a:spcBef>
              <a:spcAft>
                <a:spcPts val="0"/>
              </a:spcAft>
              <a:buSzPct val="100000"/>
              <a:buFont typeface="Arial"/>
              <a:buChar char="•"/>
            </a:pPr>
            <a:r>
              <a:rPr lang="en-US" sz="2100">
                <a:latin typeface="Times New Roman"/>
                <a:ea typeface="Times New Roman"/>
                <a:cs typeface="Times New Roman"/>
                <a:sym typeface="Times New Roman"/>
              </a:rPr>
              <a:t>Allows professionals to provide custom feedback and tailor training sessions remotely.</a:t>
            </a:r>
            <a:endParaRPr/>
          </a:p>
          <a:p>
            <a:pPr marL="457200" lvl="1" indent="0" algn="just" rtl="0">
              <a:lnSpc>
                <a:spcPct val="100000"/>
              </a:lnSpc>
              <a:spcBef>
                <a:spcPts val="1000"/>
              </a:spcBef>
              <a:spcAft>
                <a:spcPts val="0"/>
              </a:spcAft>
              <a:buSzPct val="100000"/>
              <a:buNone/>
            </a:pPr>
            <a:endParaRPr sz="2100">
              <a:latin typeface="Times New Roman"/>
              <a:ea typeface="Times New Roman"/>
              <a:cs typeface="Times New Roman"/>
              <a:sym typeface="Times New Roman"/>
            </a:endParaRPr>
          </a:p>
          <a:p>
            <a:pPr marL="0" lvl="0" indent="0" algn="just" rtl="0">
              <a:lnSpc>
                <a:spcPct val="100000"/>
              </a:lnSpc>
              <a:spcBef>
                <a:spcPts val="1000"/>
              </a:spcBef>
              <a:spcAft>
                <a:spcPts val="0"/>
              </a:spcAft>
              <a:buSzPct val="100000"/>
              <a:buNone/>
            </a:pPr>
            <a:r>
              <a:rPr lang="en-US" sz="2100" b="1">
                <a:latin typeface="Times New Roman"/>
                <a:ea typeface="Times New Roman"/>
                <a:cs typeface="Times New Roman"/>
                <a:sym typeface="Times New Roman"/>
              </a:rPr>
              <a:t>5.  Tracking and Progress Features</a:t>
            </a:r>
            <a:endParaRPr sz="2100" b="1">
              <a:latin typeface="Times New Roman"/>
              <a:ea typeface="Times New Roman"/>
              <a:cs typeface="Times New Roman"/>
              <a:sym typeface="Times New Roman"/>
            </a:endParaRPr>
          </a:p>
          <a:p>
            <a:pPr marL="457200" lvl="0" indent="-457200" algn="just" rtl="0">
              <a:lnSpc>
                <a:spcPct val="100000"/>
              </a:lnSpc>
              <a:spcBef>
                <a:spcPts val="1000"/>
              </a:spcBef>
              <a:spcAft>
                <a:spcPts val="0"/>
              </a:spcAft>
              <a:buSzPct val="100000"/>
              <a:buFont typeface="Century Gothic"/>
              <a:buAutoNum type="alphaLcParenR"/>
            </a:pPr>
            <a:r>
              <a:rPr lang="en-US" sz="2100" b="1">
                <a:latin typeface="Times New Roman"/>
                <a:ea typeface="Times New Roman"/>
                <a:cs typeface="Times New Roman"/>
                <a:sym typeface="Times New Roman"/>
              </a:rPr>
              <a:t>Daily Progress Graphs:</a:t>
            </a:r>
            <a:r>
              <a:rPr lang="en-US" sz="2100">
                <a:latin typeface="Times New Roman"/>
                <a:ea typeface="Times New Roman"/>
                <a:cs typeface="Times New Roman"/>
                <a:sym typeface="Times New Roman"/>
              </a:rPr>
              <a:t> Visual representation of user improvement trends over time.</a:t>
            </a:r>
            <a:endParaRPr/>
          </a:p>
          <a:p>
            <a:pPr marL="457200" lvl="0" indent="-457200" algn="just" rtl="0">
              <a:lnSpc>
                <a:spcPct val="100000"/>
              </a:lnSpc>
              <a:spcBef>
                <a:spcPts val="1000"/>
              </a:spcBef>
              <a:spcAft>
                <a:spcPts val="0"/>
              </a:spcAft>
              <a:buSzPct val="100000"/>
              <a:buFont typeface="Century Gothic"/>
              <a:buAutoNum type="alphaLcParenR"/>
            </a:pPr>
            <a:r>
              <a:rPr lang="en-US" sz="2100" b="1">
                <a:latin typeface="Times New Roman"/>
                <a:ea typeface="Times New Roman"/>
                <a:cs typeface="Times New Roman"/>
                <a:sym typeface="Times New Roman"/>
              </a:rPr>
              <a:t>Stutter Type Distribution:</a:t>
            </a:r>
            <a:r>
              <a:rPr lang="en-US" sz="2100">
                <a:latin typeface="Times New Roman"/>
                <a:ea typeface="Times New Roman"/>
                <a:cs typeface="Times New Roman"/>
                <a:sym typeface="Times New Roman"/>
              </a:rPr>
              <a:t> Pie charts showing percentage breakdown of stutter types (e.g., % Block, % Repetition, % Prolongation).</a:t>
            </a:r>
            <a:endParaRPr/>
          </a:p>
          <a:p>
            <a:pPr marL="457200" lvl="0" indent="-457200" algn="just" rtl="0">
              <a:lnSpc>
                <a:spcPct val="100000"/>
              </a:lnSpc>
              <a:spcBef>
                <a:spcPts val="1000"/>
              </a:spcBef>
              <a:spcAft>
                <a:spcPts val="0"/>
              </a:spcAft>
              <a:buSzPct val="100000"/>
              <a:buFont typeface="Century Gothic"/>
              <a:buAutoNum type="alphaLcParenR"/>
            </a:pPr>
            <a:r>
              <a:rPr lang="en-US" sz="2100" b="1">
                <a:latin typeface="Times New Roman"/>
                <a:ea typeface="Times New Roman"/>
                <a:cs typeface="Times New Roman"/>
                <a:sym typeface="Times New Roman"/>
              </a:rPr>
              <a:t>Long-Term Analytics:</a:t>
            </a:r>
            <a:r>
              <a:rPr lang="en-US" sz="2100">
                <a:latin typeface="Times New Roman"/>
                <a:ea typeface="Times New Roman"/>
                <a:cs typeface="Times New Roman"/>
                <a:sym typeface="Times New Roman"/>
              </a:rPr>
              <a:t> Tracks consistency, relapse patterns, and overall fluency development in an organized and data-driven way. </a:t>
            </a:r>
            <a:endParaRPr/>
          </a:p>
          <a:p>
            <a:pPr marL="342900" lvl="0" indent="-245745" algn="l" rtl="0">
              <a:lnSpc>
                <a:spcPct val="100000"/>
              </a:lnSpc>
              <a:spcBef>
                <a:spcPts val="1000"/>
              </a:spcBef>
              <a:spcAft>
                <a:spcPts val="0"/>
              </a:spcAft>
              <a:buSzPct val="100000"/>
              <a:buNone/>
            </a:pPr>
            <a:endParaRPr/>
          </a:p>
          <a:p>
            <a:pPr marL="342900" lvl="0" indent="-245745" algn="l" rtl="0">
              <a:lnSpc>
                <a:spcPct val="100000"/>
              </a:lnSpc>
              <a:spcBef>
                <a:spcPts val="1000"/>
              </a:spcBef>
              <a:spcAft>
                <a:spcPts val="0"/>
              </a:spcAft>
              <a:buSzPct val="100000"/>
              <a:buNone/>
            </a:pPr>
            <a:endParaRPr/>
          </a:p>
        </p:txBody>
      </p:sp>
      <p:sp>
        <p:nvSpPr>
          <p:cNvPr id="386" name="Google Shape;386;p42"/>
          <p:cNvSpPr/>
          <p:nvPr/>
        </p:nvSpPr>
        <p:spPr>
          <a:xfrm>
            <a:off x="11107344" y="203981"/>
            <a:ext cx="807993" cy="780757"/>
          </a:xfrm>
          <a:prstGeom prst="ellipse">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7" name="Google Shape;387;p42"/>
          <p:cNvSpPr txBox="1">
            <a:spLocks noGrp="1"/>
          </p:cNvSpPr>
          <p:nvPr>
            <p:ph type="ftr" idx="11"/>
          </p:nvPr>
        </p:nvSpPr>
        <p:spPr>
          <a:xfrm>
            <a:off x="9580855" y="6471456"/>
            <a:ext cx="7619999" cy="365125"/>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SzPts val="1400"/>
              <a:buNone/>
            </a:pPr>
            <a:r>
              <a:rPr lang="en-US"/>
              <a:t>Riphah School of Conputing &amp; Innovation</a:t>
            </a:r>
            <a:endParaRPr/>
          </a:p>
        </p:txBody>
      </p:sp>
      <p:pic>
        <p:nvPicPr>
          <p:cNvPr id="2" name="Google Shape;320;p34">
            <a:extLst>
              <a:ext uri="{FF2B5EF4-FFF2-40B4-BE49-F238E27FC236}">
                <a16:creationId xmlns:a16="http://schemas.microsoft.com/office/drawing/2014/main" id="{F1D3C500-F382-D29B-D353-065049623A43}"/>
              </a:ext>
            </a:extLst>
          </p:cNvPr>
          <p:cNvPicPr preferRelativeResize="0"/>
          <p:nvPr/>
        </p:nvPicPr>
        <p:blipFill rotWithShape="1">
          <a:blip r:embed="rId3">
            <a:alphaModFix/>
          </a:blip>
          <a:srcRect l="9140" t="17178" r="11995" b="4952"/>
          <a:stretch/>
        </p:blipFill>
        <p:spPr>
          <a:xfrm>
            <a:off x="11107344" y="203981"/>
            <a:ext cx="807900" cy="780900"/>
          </a:xfrm>
          <a:prstGeom prst="ellipse">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391"/>
        <p:cNvGrpSpPr/>
        <p:nvPr/>
      </p:nvGrpSpPr>
      <p:grpSpPr>
        <a:xfrm>
          <a:off x="0" y="0"/>
          <a:ext cx="0" cy="0"/>
          <a:chOff x="0" y="0"/>
          <a:chExt cx="0" cy="0"/>
        </a:xfrm>
      </p:grpSpPr>
      <p:sp>
        <p:nvSpPr>
          <p:cNvPr id="392" name="Google Shape;392;p43"/>
          <p:cNvSpPr txBox="1">
            <a:spLocks noGrp="1"/>
          </p:cNvSpPr>
          <p:nvPr>
            <p:ph type="body" idx="1"/>
          </p:nvPr>
        </p:nvSpPr>
        <p:spPr>
          <a:xfrm>
            <a:off x="1168400" y="1261731"/>
            <a:ext cx="10342940" cy="5275385"/>
          </a:xfrm>
          <a:prstGeom prst="rect">
            <a:avLst/>
          </a:prstGeom>
          <a:noFill/>
          <a:ln>
            <a:noFill/>
          </a:ln>
        </p:spPr>
        <p:txBody>
          <a:bodyPr spcFirstLastPara="1" wrap="square" lIns="91425" tIns="45700" rIns="91425" bIns="45700" anchor="t" anchorCtr="0">
            <a:normAutofit/>
          </a:bodyPr>
          <a:lstStyle/>
          <a:p>
            <a:pPr marL="342900" lvl="0" indent="-342900" algn="l" rtl="0">
              <a:lnSpc>
                <a:spcPct val="100000"/>
              </a:lnSpc>
              <a:spcBef>
                <a:spcPts val="0"/>
              </a:spcBef>
              <a:spcAft>
                <a:spcPts val="0"/>
              </a:spcAft>
              <a:buSzPts val="1800"/>
              <a:buNone/>
            </a:pPr>
            <a:endParaRPr dirty="0"/>
          </a:p>
          <a:p>
            <a:pPr marL="342900" lvl="0" indent="-342900" algn="l" rtl="0">
              <a:lnSpc>
                <a:spcPct val="100000"/>
              </a:lnSpc>
              <a:spcBef>
                <a:spcPts val="1000"/>
              </a:spcBef>
              <a:spcAft>
                <a:spcPts val="0"/>
              </a:spcAft>
              <a:buSzPts val="1800"/>
              <a:buNone/>
            </a:pPr>
            <a:r>
              <a:rPr lang="en-US" dirty="0">
                <a:latin typeface="Times New Roman"/>
                <a:ea typeface="Times New Roman"/>
                <a:cs typeface="Times New Roman"/>
                <a:sym typeface="Times New Roman"/>
              </a:rPr>
              <a:t>To gather requirements for the </a:t>
            </a:r>
            <a:r>
              <a:rPr lang="en-US" dirty="0" err="1">
                <a:latin typeface="Times New Roman"/>
                <a:ea typeface="Times New Roman"/>
                <a:cs typeface="Times New Roman"/>
                <a:sym typeface="Times New Roman"/>
              </a:rPr>
              <a:t>FluEntra</a:t>
            </a:r>
            <a:r>
              <a:rPr lang="en-US" dirty="0">
                <a:latin typeface="Times New Roman"/>
                <a:ea typeface="Times New Roman"/>
                <a:cs typeface="Times New Roman"/>
                <a:sym typeface="Times New Roman"/>
              </a:rPr>
              <a:t> system, the following requirement-elicitation techniques used:</a:t>
            </a:r>
            <a:endParaRPr dirty="0"/>
          </a:p>
          <a:p>
            <a:pPr marL="285750" lvl="0" indent="-285750" algn="l" rtl="0">
              <a:lnSpc>
                <a:spcPct val="100000"/>
              </a:lnSpc>
              <a:spcBef>
                <a:spcPts val="1000"/>
              </a:spcBef>
              <a:spcAft>
                <a:spcPts val="0"/>
              </a:spcAft>
              <a:buSzPts val="1800"/>
              <a:buFont typeface="Wingdings" pitchFamily="2" charset="2"/>
              <a:buChar char="Ø"/>
            </a:pPr>
            <a:r>
              <a:rPr lang="en-US" b="1" dirty="0">
                <a:latin typeface="Times New Roman"/>
                <a:ea typeface="Times New Roman"/>
                <a:cs typeface="Times New Roman"/>
                <a:sym typeface="Times New Roman"/>
              </a:rPr>
              <a:t>Interviews</a:t>
            </a:r>
            <a:endParaRPr dirty="0"/>
          </a:p>
          <a:p>
            <a:pPr marL="342900" lvl="0" indent="-342900" algn="l" rtl="0">
              <a:lnSpc>
                <a:spcPct val="100000"/>
              </a:lnSpc>
              <a:spcBef>
                <a:spcPts val="1000"/>
              </a:spcBef>
              <a:spcAft>
                <a:spcPts val="0"/>
              </a:spcAft>
              <a:buSzPts val="1800"/>
              <a:buNone/>
            </a:pPr>
            <a:r>
              <a:rPr lang="en-US" b="1" dirty="0">
                <a:latin typeface="Times New Roman"/>
                <a:ea typeface="Times New Roman"/>
                <a:cs typeface="Times New Roman"/>
                <a:sym typeface="Times New Roman"/>
              </a:rPr>
              <a:t>Participants:</a:t>
            </a:r>
            <a:endParaRPr dirty="0">
              <a:latin typeface="Times New Roman"/>
              <a:ea typeface="Times New Roman"/>
              <a:cs typeface="Times New Roman"/>
              <a:sym typeface="Times New Roman"/>
            </a:endParaRPr>
          </a:p>
          <a:p>
            <a:pPr marL="342900" lvl="0" indent="-342900" algn="l" rtl="0">
              <a:lnSpc>
                <a:spcPct val="100000"/>
              </a:lnSpc>
              <a:spcBef>
                <a:spcPts val="1000"/>
              </a:spcBef>
              <a:spcAft>
                <a:spcPts val="0"/>
              </a:spcAft>
              <a:buSzPts val="1800"/>
              <a:buFont typeface="Noto Sans Symbols"/>
              <a:buChar char="▪"/>
            </a:pPr>
            <a:r>
              <a:rPr lang="en-US" dirty="0">
                <a:latin typeface="Times New Roman"/>
                <a:ea typeface="Times New Roman"/>
                <a:cs typeface="Times New Roman"/>
                <a:sym typeface="Times New Roman"/>
              </a:rPr>
              <a:t>Speech Therapists</a:t>
            </a:r>
            <a:endParaRPr dirty="0"/>
          </a:p>
          <a:p>
            <a:pPr marL="342900" lvl="0" indent="-342900" algn="l" rtl="0">
              <a:lnSpc>
                <a:spcPct val="100000"/>
              </a:lnSpc>
              <a:spcBef>
                <a:spcPts val="1000"/>
              </a:spcBef>
              <a:spcAft>
                <a:spcPts val="0"/>
              </a:spcAft>
              <a:buSzPts val="1800"/>
              <a:buFont typeface="Noto Sans Symbols"/>
              <a:buChar char="▪"/>
            </a:pPr>
            <a:r>
              <a:rPr lang="en-US" dirty="0">
                <a:latin typeface="Times New Roman"/>
                <a:ea typeface="Times New Roman"/>
                <a:cs typeface="Times New Roman"/>
                <a:sym typeface="Times New Roman"/>
              </a:rPr>
              <a:t>Patients with stuttering</a:t>
            </a:r>
            <a:endParaRPr dirty="0"/>
          </a:p>
          <a:p>
            <a:pPr marL="342900" lvl="0" indent="-342900" algn="l" rtl="0">
              <a:lnSpc>
                <a:spcPct val="100000"/>
              </a:lnSpc>
              <a:spcBef>
                <a:spcPts val="1000"/>
              </a:spcBef>
              <a:spcAft>
                <a:spcPts val="0"/>
              </a:spcAft>
              <a:buSzPts val="1800"/>
              <a:buFont typeface="Noto Sans Symbols"/>
              <a:buChar char="▪"/>
            </a:pPr>
            <a:r>
              <a:rPr lang="en-US" dirty="0">
                <a:latin typeface="Times New Roman"/>
                <a:ea typeface="Times New Roman"/>
                <a:cs typeface="Times New Roman"/>
                <a:sym typeface="Times New Roman"/>
              </a:rPr>
              <a:t>AI/ML</a:t>
            </a:r>
            <a:br>
              <a:rPr lang="en-US" dirty="0">
                <a:latin typeface="Times New Roman"/>
                <a:ea typeface="Times New Roman"/>
                <a:cs typeface="Times New Roman"/>
                <a:sym typeface="Times New Roman"/>
              </a:rPr>
            </a:br>
            <a:endParaRPr dirty="0">
              <a:latin typeface="Times New Roman"/>
              <a:ea typeface="Times New Roman"/>
              <a:cs typeface="Times New Roman"/>
              <a:sym typeface="Times New Roman"/>
            </a:endParaRPr>
          </a:p>
          <a:p>
            <a:pPr marL="0" lvl="0" indent="0" algn="l" rtl="0">
              <a:lnSpc>
                <a:spcPct val="100000"/>
              </a:lnSpc>
              <a:spcBef>
                <a:spcPts val="1000"/>
              </a:spcBef>
              <a:spcAft>
                <a:spcPts val="0"/>
              </a:spcAft>
              <a:buSzPts val="1800"/>
              <a:buNone/>
            </a:pPr>
            <a:r>
              <a:rPr lang="en-US" b="1" dirty="0">
                <a:latin typeface="Times New Roman"/>
                <a:ea typeface="Times New Roman"/>
                <a:cs typeface="Times New Roman"/>
                <a:sym typeface="Times New Roman"/>
              </a:rPr>
              <a:t>Purpose:</a:t>
            </a:r>
            <a:br>
              <a:rPr lang="en-US" dirty="0">
                <a:latin typeface="Times New Roman"/>
                <a:ea typeface="Times New Roman"/>
                <a:cs typeface="Times New Roman"/>
                <a:sym typeface="Times New Roman"/>
              </a:rPr>
            </a:br>
            <a:r>
              <a:rPr lang="en-US" dirty="0">
                <a:latin typeface="Times New Roman"/>
                <a:ea typeface="Times New Roman"/>
                <a:cs typeface="Times New Roman"/>
                <a:sym typeface="Times New Roman"/>
              </a:rPr>
              <a:t>To understand therapy workflow, patient struggles, and therapist expectations.</a:t>
            </a:r>
            <a:endParaRPr dirty="0"/>
          </a:p>
          <a:p>
            <a:pPr marL="342900" lvl="0" indent="-228600" algn="l" rtl="0">
              <a:lnSpc>
                <a:spcPct val="100000"/>
              </a:lnSpc>
              <a:spcBef>
                <a:spcPts val="1000"/>
              </a:spcBef>
              <a:spcAft>
                <a:spcPts val="0"/>
              </a:spcAft>
              <a:buSzPts val="1800"/>
              <a:buNone/>
            </a:pPr>
            <a:endParaRPr dirty="0"/>
          </a:p>
        </p:txBody>
      </p:sp>
      <p:sp>
        <p:nvSpPr>
          <p:cNvPr id="393" name="Google Shape;393;p43"/>
          <p:cNvSpPr/>
          <p:nvPr/>
        </p:nvSpPr>
        <p:spPr>
          <a:xfrm>
            <a:off x="11107344" y="203981"/>
            <a:ext cx="807993" cy="780757"/>
          </a:xfrm>
          <a:prstGeom prst="ellipse">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4" name="Google Shape;394;p43"/>
          <p:cNvSpPr txBox="1">
            <a:spLocks noGrp="1"/>
          </p:cNvSpPr>
          <p:nvPr>
            <p:ph type="ftr" idx="11"/>
          </p:nvPr>
        </p:nvSpPr>
        <p:spPr>
          <a:xfrm>
            <a:off x="9580855" y="6471456"/>
            <a:ext cx="7619999" cy="365125"/>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SzPts val="1400"/>
              <a:buNone/>
            </a:pPr>
            <a:r>
              <a:rPr lang="en-US"/>
              <a:t>Riphah School of Conputing &amp; Innovation</a:t>
            </a:r>
            <a:endParaRPr/>
          </a:p>
        </p:txBody>
      </p:sp>
      <p:sp>
        <p:nvSpPr>
          <p:cNvPr id="395" name="Google Shape;395;p43"/>
          <p:cNvSpPr txBox="1"/>
          <p:nvPr/>
        </p:nvSpPr>
        <p:spPr>
          <a:xfrm>
            <a:off x="3162300" y="742615"/>
            <a:ext cx="6832500" cy="5850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chemeClr val="dk2"/>
              </a:buClr>
              <a:buSzPts val="3200"/>
              <a:buFont typeface="Times New Roman"/>
              <a:buNone/>
            </a:pPr>
            <a:r>
              <a:rPr lang="en-US" sz="3200" b="1" i="0" u="none" strike="noStrike" cap="none">
                <a:solidFill>
                  <a:schemeClr val="dk2"/>
                </a:solidFill>
                <a:latin typeface="Times New Roman"/>
                <a:ea typeface="Times New Roman"/>
                <a:cs typeface="Times New Roman"/>
                <a:sym typeface="Times New Roman"/>
              </a:rPr>
              <a:t>Elicitation Techniques Used</a:t>
            </a:r>
            <a:endParaRPr sz="1400" b="0" i="0" u="none" strike="noStrike" cap="none">
              <a:solidFill>
                <a:srgbClr val="000000"/>
              </a:solidFill>
              <a:latin typeface="Arial"/>
              <a:ea typeface="Arial"/>
              <a:cs typeface="Arial"/>
              <a:sym typeface="Arial"/>
            </a:endParaRPr>
          </a:p>
        </p:txBody>
      </p:sp>
      <p:pic>
        <p:nvPicPr>
          <p:cNvPr id="2" name="Google Shape;320;p34">
            <a:extLst>
              <a:ext uri="{FF2B5EF4-FFF2-40B4-BE49-F238E27FC236}">
                <a16:creationId xmlns:a16="http://schemas.microsoft.com/office/drawing/2014/main" id="{1957B2C7-4658-022D-A81D-115CA4FCD638}"/>
              </a:ext>
            </a:extLst>
          </p:cNvPr>
          <p:cNvPicPr preferRelativeResize="0"/>
          <p:nvPr/>
        </p:nvPicPr>
        <p:blipFill rotWithShape="1">
          <a:blip r:embed="rId3">
            <a:alphaModFix/>
          </a:blip>
          <a:srcRect l="9140" t="17178" r="11995" b="4952"/>
          <a:stretch/>
        </p:blipFill>
        <p:spPr>
          <a:xfrm>
            <a:off x="11107344" y="203981"/>
            <a:ext cx="807900" cy="780900"/>
          </a:xfrm>
          <a:prstGeom prst="ellipse">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399"/>
        <p:cNvGrpSpPr/>
        <p:nvPr/>
      </p:nvGrpSpPr>
      <p:grpSpPr>
        <a:xfrm>
          <a:off x="0" y="0"/>
          <a:ext cx="0" cy="0"/>
          <a:chOff x="0" y="0"/>
          <a:chExt cx="0" cy="0"/>
        </a:xfrm>
      </p:grpSpPr>
      <p:sp>
        <p:nvSpPr>
          <p:cNvPr id="400" name="Google Shape;400;p44"/>
          <p:cNvSpPr txBox="1">
            <a:spLocks noGrp="1"/>
          </p:cNvSpPr>
          <p:nvPr>
            <p:ph type="body" idx="1"/>
          </p:nvPr>
        </p:nvSpPr>
        <p:spPr>
          <a:xfrm>
            <a:off x="1286888" y="1905000"/>
            <a:ext cx="10224452" cy="3835400"/>
          </a:xfrm>
          <a:prstGeom prst="rect">
            <a:avLst/>
          </a:prstGeom>
          <a:noFill/>
          <a:ln>
            <a:noFill/>
          </a:ln>
        </p:spPr>
        <p:txBody>
          <a:bodyPr spcFirstLastPara="1" wrap="square" lIns="91425" tIns="45700" rIns="91425" bIns="45700" anchor="t" anchorCtr="0">
            <a:noAutofit/>
          </a:bodyPr>
          <a:lstStyle/>
          <a:p>
            <a:pPr marL="285750" lvl="0" indent="-285750" algn="l" rtl="0">
              <a:lnSpc>
                <a:spcPct val="100000"/>
              </a:lnSpc>
              <a:spcBef>
                <a:spcPts val="0"/>
              </a:spcBef>
              <a:spcAft>
                <a:spcPts val="0"/>
              </a:spcAft>
              <a:buSzPts val="1800"/>
              <a:buFont typeface="Wingdings" pitchFamily="2" charset="2"/>
              <a:buChar char="Ø"/>
            </a:pPr>
            <a:r>
              <a:rPr lang="en-US" b="1" dirty="0">
                <a:latin typeface="Times New Roman"/>
                <a:ea typeface="Times New Roman"/>
                <a:cs typeface="Times New Roman"/>
                <a:sym typeface="Times New Roman"/>
              </a:rPr>
              <a:t>Market / Literature Survey</a:t>
            </a:r>
            <a:endParaRPr dirty="0">
              <a:latin typeface="Times New Roman"/>
              <a:ea typeface="Times New Roman"/>
              <a:cs typeface="Times New Roman"/>
              <a:sym typeface="Times New Roman"/>
            </a:endParaRPr>
          </a:p>
          <a:p>
            <a:pPr marL="342900" lvl="0" indent="-342900" algn="l" rtl="0">
              <a:lnSpc>
                <a:spcPct val="100000"/>
              </a:lnSpc>
              <a:spcBef>
                <a:spcPts val="1000"/>
              </a:spcBef>
              <a:spcAft>
                <a:spcPts val="0"/>
              </a:spcAft>
              <a:buSzPts val="1800"/>
              <a:buNone/>
            </a:pPr>
            <a:r>
              <a:rPr lang="en-US" dirty="0">
                <a:latin typeface="Times New Roman"/>
                <a:ea typeface="Times New Roman"/>
                <a:cs typeface="Times New Roman"/>
                <a:sym typeface="Times New Roman"/>
              </a:rPr>
              <a:t>Studied existing applications:</a:t>
            </a:r>
            <a:endParaRPr dirty="0"/>
          </a:p>
          <a:p>
            <a:pPr marL="342900" lvl="0" indent="-342900" algn="l" rtl="0">
              <a:lnSpc>
                <a:spcPct val="100000"/>
              </a:lnSpc>
              <a:spcBef>
                <a:spcPts val="1000"/>
              </a:spcBef>
              <a:spcAft>
                <a:spcPts val="0"/>
              </a:spcAft>
              <a:buSzPts val="1800"/>
              <a:buFont typeface="Noto Sans Symbols"/>
              <a:buChar char="▪"/>
            </a:pPr>
            <a:r>
              <a:rPr lang="en-US" dirty="0" err="1">
                <a:latin typeface="Times New Roman"/>
                <a:ea typeface="Times New Roman"/>
                <a:cs typeface="Times New Roman"/>
                <a:sym typeface="Times New Roman"/>
              </a:rPr>
              <a:t>Stamurai</a:t>
            </a:r>
            <a:endParaRPr dirty="0">
              <a:latin typeface="Times New Roman"/>
              <a:ea typeface="Times New Roman"/>
              <a:cs typeface="Times New Roman"/>
              <a:sym typeface="Times New Roman"/>
            </a:endParaRPr>
          </a:p>
          <a:p>
            <a:pPr marL="342900" lvl="0" indent="-342900" algn="l" rtl="0">
              <a:lnSpc>
                <a:spcPct val="100000"/>
              </a:lnSpc>
              <a:spcBef>
                <a:spcPts val="1000"/>
              </a:spcBef>
              <a:spcAft>
                <a:spcPts val="0"/>
              </a:spcAft>
              <a:buSzPts val="1800"/>
              <a:buFont typeface="Noto Sans Symbols"/>
              <a:buChar char="▪"/>
            </a:pPr>
            <a:r>
              <a:rPr lang="en-US" dirty="0">
                <a:latin typeface="Times New Roman"/>
                <a:ea typeface="Times New Roman"/>
                <a:cs typeface="Times New Roman"/>
                <a:sym typeface="Times New Roman"/>
              </a:rPr>
              <a:t>Eloquent</a:t>
            </a:r>
            <a:endParaRPr dirty="0"/>
          </a:p>
          <a:p>
            <a:pPr marL="342900" lvl="0" indent="-342900" algn="l" rtl="0">
              <a:lnSpc>
                <a:spcPct val="100000"/>
              </a:lnSpc>
              <a:spcBef>
                <a:spcPts val="1000"/>
              </a:spcBef>
              <a:spcAft>
                <a:spcPts val="0"/>
              </a:spcAft>
              <a:buSzPts val="1800"/>
              <a:buFont typeface="Noto Sans Symbols"/>
              <a:buChar char="▪"/>
            </a:pPr>
            <a:r>
              <a:rPr lang="en-US" dirty="0" err="1">
                <a:latin typeface="Times New Roman"/>
                <a:ea typeface="Times New Roman"/>
                <a:cs typeface="Times New Roman"/>
                <a:sym typeface="Times New Roman"/>
              </a:rPr>
              <a:t>StutterStars</a:t>
            </a:r>
            <a:endParaRPr dirty="0">
              <a:latin typeface="Times New Roman"/>
              <a:ea typeface="Times New Roman"/>
              <a:cs typeface="Times New Roman"/>
              <a:sym typeface="Times New Roman"/>
            </a:endParaRPr>
          </a:p>
          <a:p>
            <a:pPr marL="342900" lvl="0" indent="-342900" algn="l" rtl="0">
              <a:lnSpc>
                <a:spcPct val="100000"/>
              </a:lnSpc>
              <a:spcBef>
                <a:spcPts val="1000"/>
              </a:spcBef>
              <a:spcAft>
                <a:spcPts val="0"/>
              </a:spcAft>
              <a:buSzPts val="1800"/>
              <a:buFont typeface="Noto Sans Symbols"/>
              <a:buChar char="▪"/>
            </a:pPr>
            <a:r>
              <a:rPr lang="en-US" dirty="0" err="1">
                <a:latin typeface="Times New Roman"/>
                <a:ea typeface="Times New Roman"/>
                <a:cs typeface="Times New Roman"/>
                <a:sym typeface="Times New Roman"/>
              </a:rPr>
              <a:t>VoiceIt</a:t>
            </a:r>
            <a:endParaRPr dirty="0">
              <a:latin typeface="Times New Roman"/>
              <a:ea typeface="Times New Roman"/>
              <a:cs typeface="Times New Roman"/>
              <a:sym typeface="Times New Roman"/>
            </a:endParaRPr>
          </a:p>
          <a:p>
            <a:pPr marL="342900" lvl="0" indent="-342900" algn="l" rtl="0">
              <a:lnSpc>
                <a:spcPct val="100000"/>
              </a:lnSpc>
              <a:spcBef>
                <a:spcPts val="1000"/>
              </a:spcBef>
              <a:spcAft>
                <a:spcPts val="0"/>
              </a:spcAft>
              <a:buSzPts val="1800"/>
              <a:buFont typeface="Noto Sans Symbols"/>
              <a:buChar char="▪"/>
            </a:pPr>
            <a:r>
              <a:rPr lang="en-US" dirty="0">
                <a:latin typeface="Times New Roman"/>
                <a:ea typeface="Times New Roman"/>
                <a:cs typeface="Times New Roman"/>
                <a:sym typeface="Times New Roman"/>
              </a:rPr>
              <a:t>Linguist</a:t>
            </a:r>
            <a:br>
              <a:rPr lang="en-US" dirty="0">
                <a:latin typeface="Times New Roman"/>
                <a:ea typeface="Times New Roman"/>
                <a:cs typeface="Times New Roman"/>
                <a:sym typeface="Times New Roman"/>
              </a:rPr>
            </a:br>
            <a:endParaRPr dirty="0">
              <a:latin typeface="Times New Roman"/>
              <a:ea typeface="Times New Roman"/>
              <a:cs typeface="Times New Roman"/>
              <a:sym typeface="Times New Roman"/>
            </a:endParaRPr>
          </a:p>
          <a:p>
            <a:pPr marL="0" lvl="0" indent="0" algn="l" rtl="0">
              <a:lnSpc>
                <a:spcPct val="100000"/>
              </a:lnSpc>
              <a:spcBef>
                <a:spcPts val="1000"/>
              </a:spcBef>
              <a:spcAft>
                <a:spcPts val="0"/>
              </a:spcAft>
              <a:buSzPts val="1800"/>
              <a:buNone/>
            </a:pPr>
            <a:r>
              <a:rPr lang="en-US" b="1" dirty="0">
                <a:latin typeface="Times New Roman"/>
                <a:ea typeface="Times New Roman"/>
                <a:cs typeface="Times New Roman"/>
                <a:sym typeface="Times New Roman"/>
              </a:rPr>
              <a:t>Purpose:</a:t>
            </a:r>
            <a:br>
              <a:rPr lang="en-US" dirty="0">
                <a:latin typeface="Times New Roman"/>
                <a:ea typeface="Times New Roman"/>
                <a:cs typeface="Times New Roman"/>
                <a:sym typeface="Times New Roman"/>
              </a:rPr>
            </a:br>
            <a:r>
              <a:rPr lang="en-US" dirty="0">
                <a:latin typeface="Times New Roman"/>
                <a:ea typeface="Times New Roman"/>
                <a:cs typeface="Times New Roman"/>
                <a:sym typeface="Times New Roman"/>
              </a:rPr>
              <a:t>Identify gaps like lack of real-time detection, missing personalized therapy, limited analytics, etc.</a:t>
            </a:r>
            <a:endParaRPr dirty="0"/>
          </a:p>
        </p:txBody>
      </p:sp>
      <p:sp>
        <p:nvSpPr>
          <p:cNvPr id="401" name="Google Shape;401;p44"/>
          <p:cNvSpPr/>
          <p:nvPr/>
        </p:nvSpPr>
        <p:spPr>
          <a:xfrm>
            <a:off x="11107344" y="203981"/>
            <a:ext cx="807993" cy="780757"/>
          </a:xfrm>
          <a:prstGeom prst="ellipse">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2" name="Google Shape;402;p44"/>
          <p:cNvSpPr txBox="1">
            <a:spLocks noGrp="1"/>
          </p:cNvSpPr>
          <p:nvPr>
            <p:ph type="ftr" idx="11"/>
          </p:nvPr>
        </p:nvSpPr>
        <p:spPr>
          <a:xfrm>
            <a:off x="9580855" y="6471456"/>
            <a:ext cx="7619999" cy="365125"/>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SzPts val="1400"/>
              <a:buNone/>
            </a:pPr>
            <a:r>
              <a:rPr lang="en-US"/>
              <a:t>Riphah School of Conputing &amp; Innovation</a:t>
            </a:r>
            <a:endParaRPr/>
          </a:p>
        </p:txBody>
      </p:sp>
      <p:sp>
        <p:nvSpPr>
          <p:cNvPr id="403" name="Google Shape;403;p44"/>
          <p:cNvSpPr txBox="1"/>
          <p:nvPr/>
        </p:nvSpPr>
        <p:spPr>
          <a:xfrm>
            <a:off x="3149600" y="800072"/>
            <a:ext cx="6705600" cy="58477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chemeClr val="dk2"/>
              </a:buClr>
              <a:buSzPts val="3200"/>
              <a:buFont typeface="Times New Roman"/>
              <a:buNone/>
            </a:pPr>
            <a:r>
              <a:rPr lang="en-US" sz="3200" b="1" i="0" u="none" strike="noStrike" cap="none">
                <a:solidFill>
                  <a:schemeClr val="dk2"/>
                </a:solidFill>
                <a:latin typeface="Times New Roman"/>
                <a:ea typeface="Times New Roman"/>
                <a:cs typeface="Times New Roman"/>
                <a:sym typeface="Times New Roman"/>
              </a:rPr>
              <a:t>Elicitation Techniques / Tools Used</a:t>
            </a:r>
            <a:endParaRPr sz="1400" b="0" i="0" u="none" strike="noStrike" cap="none">
              <a:solidFill>
                <a:srgbClr val="000000"/>
              </a:solidFill>
              <a:latin typeface="Arial"/>
              <a:ea typeface="Arial"/>
              <a:cs typeface="Arial"/>
              <a:sym typeface="Arial"/>
            </a:endParaRPr>
          </a:p>
        </p:txBody>
      </p:sp>
      <p:pic>
        <p:nvPicPr>
          <p:cNvPr id="2" name="Google Shape;320;p34">
            <a:extLst>
              <a:ext uri="{FF2B5EF4-FFF2-40B4-BE49-F238E27FC236}">
                <a16:creationId xmlns:a16="http://schemas.microsoft.com/office/drawing/2014/main" id="{08806301-4457-98F9-6A9D-87FF64C45C6A}"/>
              </a:ext>
            </a:extLst>
          </p:cNvPr>
          <p:cNvPicPr preferRelativeResize="0"/>
          <p:nvPr/>
        </p:nvPicPr>
        <p:blipFill rotWithShape="1">
          <a:blip r:embed="rId3">
            <a:alphaModFix/>
          </a:blip>
          <a:srcRect l="9140" t="17178" r="11995" b="4952"/>
          <a:stretch/>
        </p:blipFill>
        <p:spPr>
          <a:xfrm>
            <a:off x="11107344" y="203981"/>
            <a:ext cx="807900" cy="780900"/>
          </a:xfrm>
          <a:prstGeom prst="ellipse">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407"/>
        <p:cNvGrpSpPr/>
        <p:nvPr/>
      </p:nvGrpSpPr>
      <p:grpSpPr>
        <a:xfrm>
          <a:off x="0" y="0"/>
          <a:ext cx="0" cy="0"/>
          <a:chOff x="0" y="0"/>
          <a:chExt cx="0" cy="0"/>
        </a:xfrm>
      </p:grpSpPr>
      <p:sp>
        <p:nvSpPr>
          <p:cNvPr id="408" name="Google Shape;408;p45"/>
          <p:cNvSpPr txBox="1">
            <a:spLocks noGrp="1"/>
          </p:cNvSpPr>
          <p:nvPr>
            <p:ph type="body" idx="1"/>
          </p:nvPr>
        </p:nvSpPr>
        <p:spPr>
          <a:xfrm>
            <a:off x="1286888" y="1803400"/>
            <a:ext cx="10224452" cy="4528356"/>
          </a:xfrm>
          <a:prstGeom prst="rect">
            <a:avLst/>
          </a:prstGeom>
          <a:noFill/>
          <a:ln>
            <a:noFill/>
          </a:ln>
        </p:spPr>
        <p:txBody>
          <a:bodyPr spcFirstLastPara="1" wrap="square" lIns="91425" tIns="45700" rIns="91425" bIns="45700" anchor="t" anchorCtr="0">
            <a:normAutofit/>
          </a:bodyPr>
          <a:lstStyle/>
          <a:p>
            <a:pPr marL="285750" lvl="0" indent="-285750" algn="l" rtl="0">
              <a:lnSpc>
                <a:spcPct val="100000"/>
              </a:lnSpc>
              <a:spcBef>
                <a:spcPts val="0"/>
              </a:spcBef>
              <a:spcAft>
                <a:spcPts val="0"/>
              </a:spcAft>
              <a:buSzPts val="1800"/>
              <a:buFont typeface="Wingdings" pitchFamily="2" charset="2"/>
              <a:buChar char="Ø"/>
            </a:pPr>
            <a:r>
              <a:rPr lang="en-US" b="1" dirty="0">
                <a:latin typeface="Times New Roman"/>
                <a:ea typeface="Times New Roman"/>
                <a:cs typeface="Times New Roman"/>
                <a:sym typeface="Times New Roman"/>
              </a:rPr>
              <a:t>Observation</a:t>
            </a:r>
            <a:endParaRPr dirty="0"/>
          </a:p>
          <a:p>
            <a:pPr marL="342900" lvl="0" indent="-342900" algn="l" rtl="0">
              <a:lnSpc>
                <a:spcPct val="100000"/>
              </a:lnSpc>
              <a:spcBef>
                <a:spcPts val="1000"/>
              </a:spcBef>
              <a:spcAft>
                <a:spcPts val="0"/>
              </a:spcAft>
              <a:buSzPts val="1800"/>
              <a:buNone/>
            </a:pPr>
            <a:r>
              <a:rPr lang="en-US" dirty="0">
                <a:latin typeface="Times New Roman"/>
                <a:ea typeface="Times New Roman"/>
                <a:cs typeface="Times New Roman"/>
                <a:sym typeface="Times New Roman"/>
              </a:rPr>
              <a:t>Watched recorded speech-therapy sessions to understand:</a:t>
            </a:r>
            <a:endParaRPr dirty="0"/>
          </a:p>
          <a:p>
            <a:pPr marL="342900" lvl="0" indent="-342900" algn="l" rtl="0">
              <a:lnSpc>
                <a:spcPct val="100000"/>
              </a:lnSpc>
              <a:spcBef>
                <a:spcPts val="1000"/>
              </a:spcBef>
              <a:spcAft>
                <a:spcPts val="0"/>
              </a:spcAft>
              <a:buSzPts val="1800"/>
              <a:buFont typeface="Noto Sans Symbols"/>
              <a:buChar char="▪"/>
            </a:pPr>
            <a:r>
              <a:rPr lang="en-US" dirty="0">
                <a:latin typeface="Times New Roman"/>
                <a:ea typeface="Times New Roman"/>
                <a:cs typeface="Times New Roman"/>
                <a:sym typeface="Times New Roman"/>
              </a:rPr>
              <a:t>Common stuttering patterns</a:t>
            </a:r>
            <a:endParaRPr dirty="0"/>
          </a:p>
          <a:p>
            <a:pPr marL="342900" lvl="0" indent="-342900" algn="l" rtl="0">
              <a:lnSpc>
                <a:spcPct val="100000"/>
              </a:lnSpc>
              <a:spcBef>
                <a:spcPts val="1000"/>
              </a:spcBef>
              <a:spcAft>
                <a:spcPts val="0"/>
              </a:spcAft>
              <a:buSzPts val="1800"/>
              <a:buFont typeface="Noto Sans Symbols"/>
              <a:buChar char="▪"/>
            </a:pPr>
            <a:r>
              <a:rPr lang="en-US" dirty="0">
                <a:latin typeface="Times New Roman"/>
                <a:ea typeface="Times New Roman"/>
                <a:cs typeface="Times New Roman"/>
                <a:sym typeface="Times New Roman"/>
              </a:rPr>
              <a:t>Timing and </a:t>
            </a:r>
            <a:r>
              <a:rPr lang="en-US" dirty="0" err="1">
                <a:latin typeface="Times New Roman"/>
                <a:ea typeface="Times New Roman"/>
                <a:cs typeface="Times New Roman"/>
                <a:sym typeface="Times New Roman"/>
              </a:rPr>
              <a:t>behaviour</a:t>
            </a:r>
            <a:r>
              <a:rPr lang="en-US" dirty="0">
                <a:latin typeface="Times New Roman"/>
                <a:ea typeface="Times New Roman"/>
                <a:cs typeface="Times New Roman"/>
                <a:sym typeface="Times New Roman"/>
              </a:rPr>
              <a:t> of dysfluencies</a:t>
            </a:r>
            <a:endParaRPr dirty="0"/>
          </a:p>
          <a:p>
            <a:pPr marL="342900" lvl="0" indent="-342900" algn="l" rtl="0">
              <a:lnSpc>
                <a:spcPct val="100000"/>
              </a:lnSpc>
              <a:spcBef>
                <a:spcPts val="1000"/>
              </a:spcBef>
              <a:spcAft>
                <a:spcPts val="0"/>
              </a:spcAft>
              <a:buSzPts val="1800"/>
              <a:buFont typeface="Noto Sans Symbols"/>
              <a:buChar char="▪"/>
            </a:pPr>
            <a:r>
              <a:rPr lang="en-US" dirty="0">
                <a:latin typeface="Times New Roman"/>
                <a:ea typeface="Times New Roman"/>
                <a:cs typeface="Times New Roman"/>
                <a:sym typeface="Times New Roman"/>
              </a:rPr>
              <a:t>Therapist correction strategies</a:t>
            </a:r>
            <a:endParaRPr dirty="0"/>
          </a:p>
          <a:p>
            <a:pPr marL="342900" lvl="0" indent="-228600" algn="l" rtl="0">
              <a:lnSpc>
                <a:spcPct val="100000"/>
              </a:lnSpc>
              <a:spcBef>
                <a:spcPts val="1000"/>
              </a:spcBef>
              <a:spcAft>
                <a:spcPts val="0"/>
              </a:spcAft>
              <a:buSzPts val="1800"/>
              <a:buFont typeface="Arial"/>
              <a:buNone/>
            </a:pPr>
            <a:endParaRPr dirty="0">
              <a:latin typeface="Times New Roman"/>
              <a:ea typeface="Times New Roman"/>
              <a:cs typeface="Times New Roman"/>
              <a:sym typeface="Times New Roman"/>
            </a:endParaRPr>
          </a:p>
          <a:p>
            <a:pPr marL="285750" lvl="0" indent="-285750" algn="l" rtl="0">
              <a:lnSpc>
                <a:spcPct val="100000"/>
              </a:lnSpc>
              <a:spcBef>
                <a:spcPts val="1000"/>
              </a:spcBef>
              <a:spcAft>
                <a:spcPts val="0"/>
              </a:spcAft>
              <a:buSzPts val="1800"/>
              <a:buFont typeface="Wingdings" pitchFamily="2" charset="2"/>
              <a:buChar char="Ø"/>
            </a:pPr>
            <a:r>
              <a:rPr lang="en-US" b="1" dirty="0">
                <a:latin typeface="Times New Roman"/>
                <a:ea typeface="Times New Roman"/>
                <a:cs typeface="Times New Roman"/>
                <a:sym typeface="Times New Roman"/>
              </a:rPr>
              <a:t>Questionnaire / Feedback Forms</a:t>
            </a:r>
            <a:endParaRPr dirty="0"/>
          </a:p>
          <a:p>
            <a:pPr marL="342900" lvl="0" indent="-342900" algn="l" rtl="0">
              <a:lnSpc>
                <a:spcPct val="100000"/>
              </a:lnSpc>
              <a:spcBef>
                <a:spcPts val="1000"/>
              </a:spcBef>
              <a:spcAft>
                <a:spcPts val="0"/>
              </a:spcAft>
              <a:buSzPts val="1800"/>
              <a:buNone/>
            </a:pPr>
            <a:r>
              <a:rPr lang="en-US" dirty="0">
                <a:latin typeface="Times New Roman"/>
                <a:ea typeface="Times New Roman"/>
                <a:cs typeface="Times New Roman"/>
                <a:sym typeface="Times New Roman"/>
              </a:rPr>
              <a:t>Collected feedback from:</a:t>
            </a:r>
            <a:endParaRPr dirty="0"/>
          </a:p>
          <a:p>
            <a:pPr marL="342900" lvl="0" indent="-342900" algn="l" rtl="0">
              <a:lnSpc>
                <a:spcPct val="100000"/>
              </a:lnSpc>
              <a:spcBef>
                <a:spcPts val="1000"/>
              </a:spcBef>
              <a:spcAft>
                <a:spcPts val="0"/>
              </a:spcAft>
              <a:buSzPts val="1800"/>
              <a:buFont typeface="Noto Sans Symbols"/>
              <a:buChar char="▪"/>
            </a:pPr>
            <a:r>
              <a:rPr lang="en-US" dirty="0">
                <a:latin typeface="Times New Roman"/>
                <a:ea typeface="Times New Roman"/>
                <a:cs typeface="Times New Roman"/>
                <a:sym typeface="Times New Roman"/>
              </a:rPr>
              <a:t>Students with speech issues</a:t>
            </a:r>
            <a:endParaRPr dirty="0"/>
          </a:p>
          <a:p>
            <a:pPr marL="342900" lvl="0" indent="-342900" algn="l" rtl="0">
              <a:lnSpc>
                <a:spcPct val="100000"/>
              </a:lnSpc>
              <a:spcBef>
                <a:spcPts val="1000"/>
              </a:spcBef>
              <a:spcAft>
                <a:spcPts val="0"/>
              </a:spcAft>
              <a:buSzPts val="1800"/>
              <a:buFont typeface="Noto Sans Symbols"/>
              <a:buChar char="▪"/>
            </a:pPr>
            <a:r>
              <a:rPr lang="en-US" dirty="0">
                <a:latin typeface="Times New Roman"/>
                <a:ea typeface="Times New Roman"/>
                <a:cs typeface="Times New Roman"/>
                <a:sym typeface="Times New Roman"/>
              </a:rPr>
              <a:t>Clinical professionals</a:t>
            </a:r>
            <a:endParaRPr dirty="0"/>
          </a:p>
          <a:p>
            <a:pPr marL="342900" lvl="0" indent="-342900" algn="l" rtl="0">
              <a:lnSpc>
                <a:spcPct val="100000"/>
              </a:lnSpc>
              <a:spcBef>
                <a:spcPts val="1000"/>
              </a:spcBef>
              <a:spcAft>
                <a:spcPts val="0"/>
              </a:spcAft>
              <a:buSzPts val="1800"/>
              <a:buFont typeface="Noto Sans Symbols"/>
              <a:buChar char="▪"/>
            </a:pPr>
            <a:r>
              <a:rPr lang="en-US" dirty="0">
                <a:latin typeface="Times New Roman"/>
                <a:ea typeface="Times New Roman"/>
                <a:cs typeface="Times New Roman"/>
                <a:sym typeface="Times New Roman"/>
              </a:rPr>
              <a:t>Web app users</a:t>
            </a:r>
            <a:endParaRPr dirty="0"/>
          </a:p>
        </p:txBody>
      </p:sp>
      <p:sp>
        <p:nvSpPr>
          <p:cNvPr id="409" name="Google Shape;409;p45"/>
          <p:cNvSpPr/>
          <p:nvPr/>
        </p:nvSpPr>
        <p:spPr>
          <a:xfrm>
            <a:off x="11107344" y="203981"/>
            <a:ext cx="807993" cy="780757"/>
          </a:xfrm>
          <a:prstGeom prst="ellipse">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0" name="Google Shape;410;p45"/>
          <p:cNvSpPr txBox="1">
            <a:spLocks noGrp="1"/>
          </p:cNvSpPr>
          <p:nvPr>
            <p:ph type="ftr" idx="11"/>
          </p:nvPr>
        </p:nvSpPr>
        <p:spPr>
          <a:xfrm>
            <a:off x="9580855" y="6471456"/>
            <a:ext cx="7619999" cy="365125"/>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SzPts val="1400"/>
              <a:buNone/>
            </a:pPr>
            <a:r>
              <a:rPr lang="en-US"/>
              <a:t>Riphah School of Conputing &amp; Innovation</a:t>
            </a:r>
            <a:endParaRPr/>
          </a:p>
        </p:txBody>
      </p:sp>
      <p:sp>
        <p:nvSpPr>
          <p:cNvPr id="411" name="Google Shape;411;p45"/>
          <p:cNvSpPr txBox="1"/>
          <p:nvPr/>
        </p:nvSpPr>
        <p:spPr>
          <a:xfrm>
            <a:off x="3149600" y="800072"/>
            <a:ext cx="6705600" cy="58477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chemeClr val="dk2"/>
              </a:buClr>
              <a:buSzPts val="3200"/>
              <a:buFont typeface="Times New Roman"/>
              <a:buNone/>
            </a:pPr>
            <a:r>
              <a:rPr lang="en-US" sz="3200" b="1" i="0" u="none" strike="noStrike" cap="none">
                <a:solidFill>
                  <a:schemeClr val="dk2"/>
                </a:solidFill>
                <a:latin typeface="Times New Roman"/>
                <a:ea typeface="Times New Roman"/>
                <a:cs typeface="Times New Roman"/>
                <a:sym typeface="Times New Roman"/>
              </a:rPr>
              <a:t>Elicitation Techniques / Tools Used</a:t>
            </a:r>
            <a:endParaRPr sz="1400" b="0" i="0" u="none" strike="noStrike" cap="none">
              <a:solidFill>
                <a:srgbClr val="000000"/>
              </a:solidFill>
              <a:latin typeface="Arial"/>
              <a:ea typeface="Arial"/>
              <a:cs typeface="Arial"/>
              <a:sym typeface="Arial"/>
            </a:endParaRPr>
          </a:p>
        </p:txBody>
      </p:sp>
      <p:pic>
        <p:nvPicPr>
          <p:cNvPr id="2" name="Google Shape;320;p34">
            <a:extLst>
              <a:ext uri="{FF2B5EF4-FFF2-40B4-BE49-F238E27FC236}">
                <a16:creationId xmlns:a16="http://schemas.microsoft.com/office/drawing/2014/main" id="{CB4D7B29-FCAA-03BA-37C5-CB64473B4DA0}"/>
              </a:ext>
            </a:extLst>
          </p:cNvPr>
          <p:cNvPicPr preferRelativeResize="0"/>
          <p:nvPr/>
        </p:nvPicPr>
        <p:blipFill rotWithShape="1">
          <a:blip r:embed="rId3">
            <a:alphaModFix/>
          </a:blip>
          <a:srcRect l="9140" t="17178" r="11995" b="4952"/>
          <a:stretch/>
        </p:blipFill>
        <p:spPr>
          <a:xfrm>
            <a:off x="11107344" y="203981"/>
            <a:ext cx="807900" cy="780900"/>
          </a:xfrm>
          <a:prstGeom prst="ellipse">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415"/>
        <p:cNvGrpSpPr/>
        <p:nvPr/>
      </p:nvGrpSpPr>
      <p:grpSpPr>
        <a:xfrm>
          <a:off x="0" y="0"/>
          <a:ext cx="0" cy="0"/>
          <a:chOff x="0" y="0"/>
          <a:chExt cx="0" cy="0"/>
        </a:xfrm>
      </p:grpSpPr>
      <p:sp>
        <p:nvSpPr>
          <p:cNvPr id="416" name="Google Shape;416;p46"/>
          <p:cNvSpPr txBox="1">
            <a:spLocks noGrp="1"/>
          </p:cNvSpPr>
          <p:nvPr>
            <p:ph type="body" idx="1"/>
          </p:nvPr>
        </p:nvSpPr>
        <p:spPr>
          <a:xfrm>
            <a:off x="1977018" y="2006481"/>
            <a:ext cx="9938226" cy="3619501"/>
          </a:xfrm>
          <a:prstGeom prst="rect">
            <a:avLst/>
          </a:prstGeom>
          <a:noFill/>
          <a:ln>
            <a:noFill/>
          </a:ln>
        </p:spPr>
        <p:txBody>
          <a:bodyPr spcFirstLastPara="1" wrap="square" lIns="91425" tIns="45700" rIns="91425" bIns="45700" anchor="t" anchorCtr="0">
            <a:noAutofit/>
          </a:bodyPr>
          <a:lstStyle/>
          <a:p>
            <a:pPr marL="285750" lvl="0" indent="-285750" algn="l" rtl="0">
              <a:lnSpc>
                <a:spcPct val="100000"/>
              </a:lnSpc>
              <a:spcBef>
                <a:spcPts val="0"/>
              </a:spcBef>
              <a:spcAft>
                <a:spcPts val="0"/>
              </a:spcAft>
              <a:buSzPts val="1800"/>
              <a:buFont typeface="Wingdings" pitchFamily="2" charset="2"/>
              <a:buChar char="Ø"/>
            </a:pPr>
            <a:r>
              <a:rPr lang="en-US" b="1" dirty="0">
                <a:latin typeface="Times New Roman"/>
                <a:ea typeface="Times New Roman"/>
                <a:cs typeface="Times New Roman"/>
                <a:sym typeface="Times New Roman"/>
              </a:rPr>
              <a:t>Wireframing / Prototyping</a:t>
            </a:r>
          </a:p>
          <a:p>
            <a:pPr marL="342900" lvl="0" indent="-342900" algn="l" rtl="0">
              <a:lnSpc>
                <a:spcPct val="100000"/>
              </a:lnSpc>
              <a:spcBef>
                <a:spcPts val="1000"/>
              </a:spcBef>
              <a:spcAft>
                <a:spcPts val="0"/>
              </a:spcAft>
              <a:buSzPts val="1800"/>
              <a:buNone/>
            </a:pPr>
            <a:r>
              <a:rPr lang="en-US" dirty="0">
                <a:latin typeface="Times New Roman"/>
                <a:ea typeface="Times New Roman"/>
                <a:cs typeface="Times New Roman"/>
                <a:sym typeface="Times New Roman"/>
              </a:rPr>
              <a:t>Developed low-fidelity UI mockups for:</a:t>
            </a:r>
            <a:endParaRPr dirty="0"/>
          </a:p>
          <a:p>
            <a:pPr marL="342900" lvl="0" indent="-342900" algn="l" rtl="0">
              <a:lnSpc>
                <a:spcPct val="100000"/>
              </a:lnSpc>
              <a:spcBef>
                <a:spcPts val="1000"/>
              </a:spcBef>
              <a:spcAft>
                <a:spcPts val="0"/>
              </a:spcAft>
              <a:buSzPts val="1800"/>
              <a:buFont typeface="Noto Sans Symbols"/>
              <a:buChar char="▪"/>
            </a:pPr>
            <a:r>
              <a:rPr lang="en-US" dirty="0">
                <a:latin typeface="Times New Roman"/>
                <a:ea typeface="Times New Roman"/>
                <a:cs typeface="Times New Roman"/>
                <a:sym typeface="Times New Roman"/>
              </a:rPr>
              <a:t>Voice recording screen</a:t>
            </a:r>
            <a:endParaRPr dirty="0"/>
          </a:p>
          <a:p>
            <a:pPr marL="342900" lvl="0" indent="-342900" algn="l" rtl="0">
              <a:lnSpc>
                <a:spcPct val="100000"/>
              </a:lnSpc>
              <a:spcBef>
                <a:spcPts val="1000"/>
              </a:spcBef>
              <a:spcAft>
                <a:spcPts val="0"/>
              </a:spcAft>
              <a:buSzPts val="1800"/>
              <a:buFont typeface="Noto Sans Symbols"/>
              <a:buChar char="▪"/>
            </a:pPr>
            <a:r>
              <a:rPr lang="en-US" dirty="0">
                <a:latin typeface="Times New Roman"/>
                <a:ea typeface="Times New Roman"/>
                <a:cs typeface="Times New Roman"/>
                <a:sym typeface="Times New Roman"/>
              </a:rPr>
              <a:t>Real-time analytics dashboard</a:t>
            </a:r>
            <a:endParaRPr dirty="0"/>
          </a:p>
          <a:p>
            <a:pPr marL="342900" lvl="0" indent="-342900" algn="l" rtl="0">
              <a:lnSpc>
                <a:spcPct val="100000"/>
              </a:lnSpc>
              <a:spcBef>
                <a:spcPts val="1000"/>
              </a:spcBef>
              <a:spcAft>
                <a:spcPts val="0"/>
              </a:spcAft>
              <a:buSzPts val="1800"/>
              <a:buFont typeface="Noto Sans Symbols"/>
              <a:buChar char="▪"/>
            </a:pPr>
            <a:r>
              <a:rPr lang="en-US" dirty="0">
                <a:latin typeface="Times New Roman"/>
                <a:ea typeface="Times New Roman"/>
                <a:cs typeface="Times New Roman"/>
                <a:sym typeface="Times New Roman"/>
              </a:rPr>
              <a:t>Transcript highlighting</a:t>
            </a:r>
            <a:endParaRPr dirty="0"/>
          </a:p>
          <a:p>
            <a:pPr marL="342900" lvl="0" indent="-342900" algn="l" rtl="0">
              <a:lnSpc>
                <a:spcPct val="100000"/>
              </a:lnSpc>
              <a:spcBef>
                <a:spcPts val="1000"/>
              </a:spcBef>
              <a:spcAft>
                <a:spcPts val="0"/>
              </a:spcAft>
              <a:buSzPts val="1800"/>
              <a:buFont typeface="Noto Sans Symbols"/>
              <a:buChar char="▪"/>
            </a:pPr>
            <a:r>
              <a:rPr lang="en-US" dirty="0">
                <a:latin typeface="Times New Roman"/>
                <a:ea typeface="Times New Roman"/>
                <a:cs typeface="Times New Roman"/>
                <a:sym typeface="Times New Roman"/>
              </a:rPr>
              <a:t>Therapist portal</a:t>
            </a:r>
            <a:endParaRPr dirty="0"/>
          </a:p>
          <a:p>
            <a:pPr marL="342900" lvl="0" indent="-342900" algn="l" rtl="0">
              <a:lnSpc>
                <a:spcPct val="100000"/>
              </a:lnSpc>
              <a:spcBef>
                <a:spcPts val="1000"/>
              </a:spcBef>
              <a:spcAft>
                <a:spcPts val="0"/>
              </a:spcAft>
              <a:buSzPts val="1600"/>
              <a:buNone/>
            </a:pPr>
            <a:endParaRPr sz="1600" b="1" dirty="0">
              <a:latin typeface="Times New Roman"/>
              <a:ea typeface="Times New Roman"/>
              <a:cs typeface="Times New Roman"/>
              <a:sym typeface="Times New Roman"/>
            </a:endParaRPr>
          </a:p>
          <a:p>
            <a:pPr marL="0" lvl="0" indent="0" algn="l" rtl="0">
              <a:lnSpc>
                <a:spcPct val="100000"/>
              </a:lnSpc>
              <a:spcBef>
                <a:spcPts val="1000"/>
              </a:spcBef>
              <a:spcAft>
                <a:spcPts val="0"/>
              </a:spcAft>
              <a:buSzPts val="1600"/>
              <a:buNone/>
            </a:pPr>
            <a:endParaRPr sz="1600" dirty="0">
              <a:latin typeface="Times New Roman"/>
              <a:ea typeface="Times New Roman"/>
              <a:cs typeface="Times New Roman"/>
              <a:sym typeface="Times New Roman"/>
            </a:endParaRPr>
          </a:p>
        </p:txBody>
      </p:sp>
      <p:sp>
        <p:nvSpPr>
          <p:cNvPr id="417" name="Google Shape;417;p46"/>
          <p:cNvSpPr/>
          <p:nvPr/>
        </p:nvSpPr>
        <p:spPr>
          <a:xfrm>
            <a:off x="11107344" y="203981"/>
            <a:ext cx="807993" cy="780757"/>
          </a:xfrm>
          <a:prstGeom prst="ellipse">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8" name="Google Shape;418;p46"/>
          <p:cNvSpPr txBox="1">
            <a:spLocks noGrp="1"/>
          </p:cNvSpPr>
          <p:nvPr>
            <p:ph type="ftr" idx="11"/>
          </p:nvPr>
        </p:nvSpPr>
        <p:spPr>
          <a:xfrm>
            <a:off x="9580855" y="6471456"/>
            <a:ext cx="7619999" cy="365125"/>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SzPts val="1400"/>
              <a:buNone/>
            </a:pPr>
            <a:r>
              <a:rPr lang="en-US"/>
              <a:t>Riphah School of Conputing &amp; Innovation</a:t>
            </a:r>
            <a:endParaRPr/>
          </a:p>
        </p:txBody>
      </p:sp>
      <p:sp>
        <p:nvSpPr>
          <p:cNvPr id="419" name="Google Shape;419;p46"/>
          <p:cNvSpPr txBox="1"/>
          <p:nvPr/>
        </p:nvSpPr>
        <p:spPr>
          <a:xfrm>
            <a:off x="3149600" y="800072"/>
            <a:ext cx="6705600" cy="58477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chemeClr val="dk2"/>
              </a:buClr>
              <a:buSzPts val="3200"/>
              <a:buFont typeface="Times New Roman"/>
              <a:buNone/>
            </a:pPr>
            <a:r>
              <a:rPr lang="en-US" sz="3200" b="1" i="0" u="none" strike="noStrike" cap="none">
                <a:solidFill>
                  <a:schemeClr val="dk2"/>
                </a:solidFill>
                <a:latin typeface="Times New Roman"/>
                <a:ea typeface="Times New Roman"/>
                <a:cs typeface="Times New Roman"/>
                <a:sym typeface="Times New Roman"/>
              </a:rPr>
              <a:t>Elicitation Techniques / Tools Used</a:t>
            </a:r>
            <a:endParaRPr sz="1400" b="0" i="0" u="none" strike="noStrike" cap="none">
              <a:solidFill>
                <a:srgbClr val="000000"/>
              </a:solidFill>
              <a:latin typeface="Arial"/>
              <a:ea typeface="Arial"/>
              <a:cs typeface="Arial"/>
              <a:sym typeface="Arial"/>
            </a:endParaRPr>
          </a:p>
        </p:txBody>
      </p:sp>
      <p:pic>
        <p:nvPicPr>
          <p:cNvPr id="2" name="Google Shape;320;p34">
            <a:extLst>
              <a:ext uri="{FF2B5EF4-FFF2-40B4-BE49-F238E27FC236}">
                <a16:creationId xmlns:a16="http://schemas.microsoft.com/office/drawing/2014/main" id="{885638BA-2150-48AD-0BF4-51641D69E503}"/>
              </a:ext>
            </a:extLst>
          </p:cNvPr>
          <p:cNvPicPr preferRelativeResize="0"/>
          <p:nvPr/>
        </p:nvPicPr>
        <p:blipFill rotWithShape="1">
          <a:blip r:embed="rId3">
            <a:alphaModFix/>
          </a:blip>
          <a:srcRect l="9140" t="17178" r="11995" b="4952"/>
          <a:stretch/>
        </p:blipFill>
        <p:spPr>
          <a:xfrm>
            <a:off x="11107344" y="203981"/>
            <a:ext cx="807900" cy="780900"/>
          </a:xfrm>
          <a:prstGeom prst="ellipse">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423"/>
        <p:cNvGrpSpPr/>
        <p:nvPr/>
      </p:nvGrpSpPr>
      <p:grpSpPr>
        <a:xfrm>
          <a:off x="0" y="0"/>
          <a:ext cx="0" cy="0"/>
          <a:chOff x="0" y="0"/>
          <a:chExt cx="0" cy="0"/>
        </a:xfrm>
      </p:grpSpPr>
      <p:sp>
        <p:nvSpPr>
          <p:cNvPr id="424" name="Google Shape;424;p47"/>
          <p:cNvSpPr txBox="1">
            <a:spLocks noGrp="1"/>
          </p:cNvSpPr>
          <p:nvPr>
            <p:ph type="body" idx="1"/>
          </p:nvPr>
        </p:nvSpPr>
        <p:spPr>
          <a:xfrm>
            <a:off x="1487424" y="1980646"/>
            <a:ext cx="8606835" cy="3080374"/>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800"/>
              <a:buNone/>
            </a:pPr>
            <a:r>
              <a:rPr lang="en-US" b="1" dirty="0">
                <a:latin typeface="Times New Roman"/>
                <a:ea typeface="Times New Roman"/>
                <a:cs typeface="Times New Roman"/>
                <a:sym typeface="Times New Roman"/>
              </a:rPr>
              <a:t>Product Scope </a:t>
            </a:r>
            <a:endParaRPr dirty="0"/>
          </a:p>
          <a:p>
            <a:pPr marL="285750" lvl="0" indent="-171450" algn="l" rtl="0">
              <a:lnSpc>
                <a:spcPct val="100000"/>
              </a:lnSpc>
              <a:spcBef>
                <a:spcPts val="0"/>
              </a:spcBef>
              <a:spcAft>
                <a:spcPts val="0"/>
              </a:spcAft>
              <a:buSzPts val="1800"/>
              <a:buNone/>
            </a:pPr>
            <a:endParaRPr b="1" dirty="0">
              <a:latin typeface="Times New Roman"/>
              <a:ea typeface="Times New Roman"/>
              <a:cs typeface="Times New Roman"/>
              <a:sym typeface="Times New Roman"/>
            </a:endParaRPr>
          </a:p>
          <a:p>
            <a:pPr marL="285750" lvl="0" indent="-285750" algn="l" rtl="0">
              <a:lnSpc>
                <a:spcPct val="100000"/>
              </a:lnSpc>
              <a:spcBef>
                <a:spcPts val="0"/>
              </a:spcBef>
              <a:spcAft>
                <a:spcPts val="0"/>
              </a:spcAft>
              <a:buClr>
                <a:schemeClr val="dk1"/>
              </a:buClr>
              <a:buSzPts val="1800"/>
              <a:buFont typeface="Noto Sans Symbols"/>
              <a:buChar char="▪"/>
            </a:pPr>
            <a:r>
              <a:rPr lang="en-US" dirty="0">
                <a:solidFill>
                  <a:schemeClr val="dk1"/>
                </a:solidFill>
                <a:latin typeface="Times New Roman"/>
                <a:ea typeface="Times New Roman"/>
                <a:cs typeface="Times New Roman"/>
                <a:sym typeface="Times New Roman"/>
              </a:rPr>
              <a:t>  For people with stuttering &amp; therapists</a:t>
            </a:r>
            <a:endParaRPr dirty="0"/>
          </a:p>
          <a:p>
            <a:pPr marL="285750" lvl="0" indent="-285750" algn="l" rtl="0">
              <a:lnSpc>
                <a:spcPct val="100000"/>
              </a:lnSpc>
              <a:spcBef>
                <a:spcPts val="0"/>
              </a:spcBef>
              <a:spcAft>
                <a:spcPts val="0"/>
              </a:spcAft>
              <a:buClr>
                <a:schemeClr val="dk1"/>
              </a:buClr>
              <a:buSzPts val="1800"/>
              <a:buFont typeface="Noto Sans Symbols"/>
              <a:buChar char="▪"/>
            </a:pPr>
            <a:r>
              <a:rPr lang="en-US" dirty="0">
                <a:solidFill>
                  <a:schemeClr val="dk1"/>
                </a:solidFill>
                <a:latin typeface="Times New Roman"/>
                <a:ea typeface="Times New Roman"/>
                <a:cs typeface="Times New Roman"/>
                <a:sym typeface="Times New Roman"/>
              </a:rPr>
              <a:t>  Real-time stutter detection</a:t>
            </a:r>
            <a:endParaRPr dirty="0"/>
          </a:p>
          <a:p>
            <a:pPr marL="285750" lvl="0" indent="-285750" algn="l" rtl="0">
              <a:lnSpc>
                <a:spcPct val="100000"/>
              </a:lnSpc>
              <a:spcBef>
                <a:spcPts val="0"/>
              </a:spcBef>
              <a:spcAft>
                <a:spcPts val="0"/>
              </a:spcAft>
              <a:buClr>
                <a:schemeClr val="dk1"/>
              </a:buClr>
              <a:buSzPts val="1800"/>
              <a:buFont typeface="Noto Sans Symbols"/>
              <a:buChar char="▪"/>
            </a:pPr>
            <a:r>
              <a:rPr lang="en-US" dirty="0">
                <a:solidFill>
                  <a:schemeClr val="dk1"/>
                </a:solidFill>
                <a:latin typeface="Times New Roman"/>
                <a:ea typeface="Times New Roman"/>
                <a:cs typeface="Times New Roman"/>
                <a:sym typeface="Times New Roman"/>
              </a:rPr>
              <a:t>  Fluency scoring &amp; stuttered-word highlighting</a:t>
            </a:r>
            <a:endParaRPr dirty="0"/>
          </a:p>
          <a:p>
            <a:pPr marL="285750" lvl="0" indent="-285750" algn="l" rtl="0">
              <a:lnSpc>
                <a:spcPct val="100000"/>
              </a:lnSpc>
              <a:spcBef>
                <a:spcPts val="0"/>
              </a:spcBef>
              <a:spcAft>
                <a:spcPts val="0"/>
              </a:spcAft>
              <a:buClr>
                <a:schemeClr val="dk1"/>
              </a:buClr>
              <a:buSzPts val="1800"/>
              <a:buFont typeface="Noto Sans Symbols"/>
              <a:buChar char="▪"/>
            </a:pPr>
            <a:r>
              <a:rPr lang="en-US" dirty="0">
                <a:solidFill>
                  <a:schemeClr val="dk1"/>
                </a:solidFill>
                <a:latin typeface="Times New Roman"/>
                <a:ea typeface="Times New Roman"/>
                <a:cs typeface="Times New Roman"/>
                <a:sym typeface="Times New Roman"/>
              </a:rPr>
              <a:t>  Progress reports &amp; exercises</a:t>
            </a:r>
            <a:endParaRPr dirty="0"/>
          </a:p>
          <a:p>
            <a:pPr marL="285750" lvl="0" indent="-285750" algn="l" rtl="0">
              <a:lnSpc>
                <a:spcPct val="100000"/>
              </a:lnSpc>
              <a:spcBef>
                <a:spcPts val="0"/>
              </a:spcBef>
              <a:spcAft>
                <a:spcPts val="0"/>
              </a:spcAft>
              <a:buClr>
                <a:schemeClr val="dk1"/>
              </a:buClr>
              <a:buSzPts val="1800"/>
              <a:buFont typeface="Noto Sans Symbols"/>
              <a:buChar char="▪"/>
            </a:pPr>
            <a:r>
              <a:rPr lang="en-US" dirty="0">
                <a:solidFill>
                  <a:schemeClr val="dk1"/>
                </a:solidFill>
                <a:latin typeface="Times New Roman"/>
                <a:ea typeface="Times New Roman"/>
                <a:cs typeface="Times New Roman"/>
                <a:sym typeface="Times New Roman"/>
              </a:rPr>
              <a:t>  Noise cancellation</a:t>
            </a:r>
            <a:endParaRPr dirty="0"/>
          </a:p>
          <a:p>
            <a:pPr marL="285750" lvl="0" indent="-285750" algn="l" rtl="0">
              <a:lnSpc>
                <a:spcPct val="100000"/>
              </a:lnSpc>
              <a:spcBef>
                <a:spcPts val="0"/>
              </a:spcBef>
              <a:spcAft>
                <a:spcPts val="0"/>
              </a:spcAft>
              <a:buClr>
                <a:schemeClr val="dk1"/>
              </a:buClr>
              <a:buSzPts val="1800"/>
              <a:buFont typeface="Noto Sans Symbols"/>
              <a:buChar char="▪"/>
            </a:pPr>
            <a:r>
              <a:rPr lang="en-US" dirty="0">
                <a:solidFill>
                  <a:schemeClr val="dk1"/>
                </a:solidFill>
                <a:latin typeface="Times New Roman"/>
                <a:ea typeface="Times New Roman"/>
                <a:cs typeface="Times New Roman"/>
                <a:sym typeface="Times New Roman"/>
              </a:rPr>
              <a:t>  Uses ML/DL with English datasets</a:t>
            </a:r>
            <a:endParaRPr dirty="0"/>
          </a:p>
          <a:p>
            <a:pPr marL="285750" lvl="0" indent="-285750" algn="l" rtl="0">
              <a:lnSpc>
                <a:spcPct val="100000"/>
              </a:lnSpc>
              <a:spcBef>
                <a:spcPts val="0"/>
              </a:spcBef>
              <a:spcAft>
                <a:spcPts val="0"/>
              </a:spcAft>
              <a:buClr>
                <a:schemeClr val="dk1"/>
              </a:buClr>
              <a:buSzPts val="1800"/>
              <a:buFont typeface="Noto Sans Symbols"/>
              <a:buChar char="▪"/>
            </a:pPr>
            <a:r>
              <a:rPr lang="en-US" dirty="0">
                <a:solidFill>
                  <a:schemeClr val="dk1"/>
                </a:solidFill>
                <a:latin typeface="Times New Roman"/>
                <a:ea typeface="Times New Roman"/>
                <a:cs typeface="Times New Roman"/>
                <a:sym typeface="Times New Roman"/>
              </a:rPr>
              <a:t>  Needs internet; not a full therapist replacement</a:t>
            </a:r>
            <a:endParaRPr dirty="0"/>
          </a:p>
          <a:p>
            <a:pPr marL="285750" lvl="0" indent="-285750" algn="l" rtl="0">
              <a:lnSpc>
                <a:spcPct val="100000"/>
              </a:lnSpc>
              <a:spcBef>
                <a:spcPts val="0"/>
              </a:spcBef>
              <a:spcAft>
                <a:spcPts val="0"/>
              </a:spcAft>
              <a:buClr>
                <a:schemeClr val="dk1"/>
              </a:buClr>
              <a:buSzPts val="1800"/>
              <a:buFont typeface="Noto Sans Symbols"/>
              <a:buChar char="▪"/>
            </a:pPr>
            <a:r>
              <a:rPr lang="en-US" dirty="0">
                <a:solidFill>
                  <a:schemeClr val="dk1"/>
                </a:solidFill>
                <a:latin typeface="Times New Roman"/>
                <a:ea typeface="Times New Roman"/>
                <a:cs typeface="Times New Roman"/>
                <a:sym typeface="Times New Roman"/>
              </a:rPr>
              <a:t>  Web-based app</a:t>
            </a:r>
            <a:endParaRPr dirty="0"/>
          </a:p>
          <a:p>
            <a:pPr marL="0" lvl="0" indent="0" algn="l" rtl="0">
              <a:lnSpc>
                <a:spcPct val="100000"/>
              </a:lnSpc>
              <a:spcBef>
                <a:spcPts val="0"/>
              </a:spcBef>
              <a:spcAft>
                <a:spcPts val="0"/>
              </a:spcAft>
              <a:buSzPts val="1800"/>
              <a:buNone/>
            </a:pPr>
            <a:endParaRPr dirty="0">
              <a:latin typeface="Times New Roman"/>
              <a:ea typeface="Times New Roman"/>
              <a:cs typeface="Times New Roman"/>
              <a:sym typeface="Times New Roman"/>
            </a:endParaRPr>
          </a:p>
          <a:p>
            <a:pPr marL="0" lvl="0" indent="0" algn="l" rtl="0">
              <a:lnSpc>
                <a:spcPct val="100000"/>
              </a:lnSpc>
              <a:spcBef>
                <a:spcPts val="0"/>
              </a:spcBef>
              <a:spcAft>
                <a:spcPts val="0"/>
              </a:spcAft>
              <a:buSzPts val="1800"/>
              <a:buNone/>
            </a:pPr>
            <a:r>
              <a:rPr lang="en-US" dirty="0">
                <a:latin typeface="Times New Roman"/>
                <a:ea typeface="Times New Roman"/>
                <a:cs typeface="Times New Roman"/>
                <a:sym typeface="Times New Roman"/>
              </a:rPr>
              <a:t>  </a:t>
            </a:r>
            <a:endParaRPr dirty="0">
              <a:latin typeface="Times New Roman"/>
              <a:ea typeface="Times New Roman"/>
              <a:cs typeface="Times New Roman"/>
              <a:sym typeface="Times New Roman"/>
            </a:endParaRPr>
          </a:p>
        </p:txBody>
      </p:sp>
      <p:sp>
        <p:nvSpPr>
          <p:cNvPr id="425" name="Google Shape;425;p47"/>
          <p:cNvSpPr/>
          <p:nvPr/>
        </p:nvSpPr>
        <p:spPr>
          <a:xfrm>
            <a:off x="11107344" y="203981"/>
            <a:ext cx="807993" cy="780757"/>
          </a:xfrm>
          <a:prstGeom prst="ellipse">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6" name="Google Shape;426;p47"/>
          <p:cNvSpPr txBox="1">
            <a:spLocks noGrp="1"/>
          </p:cNvSpPr>
          <p:nvPr>
            <p:ph type="ftr" idx="11"/>
          </p:nvPr>
        </p:nvSpPr>
        <p:spPr>
          <a:xfrm>
            <a:off x="9580855" y="6471456"/>
            <a:ext cx="7619999" cy="365125"/>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SzPts val="1400"/>
              <a:buNone/>
            </a:pPr>
            <a:r>
              <a:rPr lang="en-US"/>
              <a:t>Riphah School of Conputing &amp; Innovation</a:t>
            </a:r>
            <a:endParaRPr/>
          </a:p>
        </p:txBody>
      </p:sp>
      <p:sp>
        <p:nvSpPr>
          <p:cNvPr id="427" name="Google Shape;427;p47"/>
          <p:cNvSpPr txBox="1"/>
          <p:nvPr/>
        </p:nvSpPr>
        <p:spPr>
          <a:xfrm>
            <a:off x="3149600" y="800072"/>
            <a:ext cx="6705600" cy="646331"/>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3600"/>
              <a:buFont typeface="Arial"/>
              <a:buNone/>
            </a:pPr>
            <a:r>
              <a:rPr lang="en-US" sz="3600" b="1" i="0" u="none" strike="noStrike" cap="none">
                <a:solidFill>
                  <a:schemeClr val="dk2"/>
                </a:solidFill>
                <a:latin typeface="Times New Roman"/>
                <a:ea typeface="Times New Roman"/>
                <a:cs typeface="Times New Roman"/>
                <a:sym typeface="Times New Roman"/>
              </a:rPr>
              <a:t>Specification / Documentation</a:t>
            </a:r>
            <a:endParaRPr sz="1400" b="0" i="0" u="none" strike="noStrike" cap="none">
              <a:solidFill>
                <a:srgbClr val="000000"/>
              </a:solidFill>
              <a:latin typeface="Arial"/>
              <a:ea typeface="Arial"/>
              <a:cs typeface="Arial"/>
              <a:sym typeface="Arial"/>
            </a:endParaRPr>
          </a:p>
        </p:txBody>
      </p:sp>
      <p:pic>
        <p:nvPicPr>
          <p:cNvPr id="2" name="Google Shape;320;p34">
            <a:extLst>
              <a:ext uri="{FF2B5EF4-FFF2-40B4-BE49-F238E27FC236}">
                <a16:creationId xmlns:a16="http://schemas.microsoft.com/office/drawing/2014/main" id="{421FF91C-221D-DDBC-E4B8-6A8787533DB7}"/>
              </a:ext>
            </a:extLst>
          </p:cNvPr>
          <p:cNvPicPr preferRelativeResize="0"/>
          <p:nvPr/>
        </p:nvPicPr>
        <p:blipFill rotWithShape="1">
          <a:blip r:embed="rId3">
            <a:alphaModFix/>
          </a:blip>
          <a:srcRect l="9140" t="17178" r="11995" b="4952"/>
          <a:stretch/>
        </p:blipFill>
        <p:spPr>
          <a:xfrm>
            <a:off x="11107344" y="203981"/>
            <a:ext cx="807900" cy="780900"/>
          </a:xfrm>
          <a:prstGeom prst="ellipse">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431"/>
        <p:cNvGrpSpPr/>
        <p:nvPr/>
      </p:nvGrpSpPr>
      <p:grpSpPr>
        <a:xfrm>
          <a:off x="0" y="0"/>
          <a:ext cx="0" cy="0"/>
          <a:chOff x="0" y="0"/>
          <a:chExt cx="0" cy="0"/>
        </a:xfrm>
      </p:grpSpPr>
      <p:sp>
        <p:nvSpPr>
          <p:cNvPr id="432" name="Google Shape;432;p48"/>
          <p:cNvSpPr txBox="1">
            <a:spLocks noGrp="1"/>
          </p:cNvSpPr>
          <p:nvPr>
            <p:ph type="body" idx="1"/>
          </p:nvPr>
        </p:nvSpPr>
        <p:spPr>
          <a:xfrm>
            <a:off x="1379417" y="1968061"/>
            <a:ext cx="8704085" cy="2921878"/>
          </a:xfrm>
          <a:prstGeom prst="rect">
            <a:avLst/>
          </a:prstGeom>
          <a:noFill/>
          <a:ln>
            <a:noFill/>
          </a:ln>
        </p:spPr>
        <p:txBody>
          <a:bodyPr spcFirstLastPara="1" wrap="square" lIns="91425" tIns="45700" rIns="91425" bIns="45700" anchor="t" anchorCtr="0">
            <a:noAutofit/>
          </a:bodyPr>
          <a:lstStyle/>
          <a:p>
            <a:pPr marL="114300" lvl="0" indent="0" algn="l" rtl="0">
              <a:lnSpc>
                <a:spcPct val="100000"/>
              </a:lnSpc>
              <a:spcBef>
                <a:spcPts val="1000"/>
              </a:spcBef>
              <a:spcAft>
                <a:spcPts val="0"/>
              </a:spcAft>
              <a:buSzPts val="1800"/>
              <a:buNone/>
            </a:pPr>
            <a:r>
              <a:rPr lang="en-US" b="1" dirty="0">
                <a:latin typeface="Times New Roman"/>
                <a:ea typeface="Times New Roman"/>
                <a:cs typeface="Times New Roman"/>
                <a:sym typeface="Times New Roman"/>
              </a:rPr>
              <a:t>Intended Audience and Reading Suggestions</a:t>
            </a:r>
            <a:endParaRPr dirty="0"/>
          </a:p>
          <a:p>
            <a:pPr marL="114300" lvl="0" indent="0" algn="l" rtl="0">
              <a:lnSpc>
                <a:spcPct val="100000"/>
              </a:lnSpc>
              <a:spcBef>
                <a:spcPts val="1000"/>
              </a:spcBef>
              <a:spcAft>
                <a:spcPts val="0"/>
              </a:spcAft>
              <a:buSzPts val="1800"/>
              <a:buNone/>
            </a:pPr>
            <a:endParaRPr dirty="0">
              <a:latin typeface="Times New Roman"/>
              <a:ea typeface="Times New Roman"/>
              <a:cs typeface="Times New Roman"/>
              <a:sym typeface="Times New Roman"/>
            </a:endParaRPr>
          </a:p>
          <a:p>
            <a:pPr marL="285750" lvl="0" indent="-285750" algn="l" rtl="0">
              <a:lnSpc>
                <a:spcPct val="100000"/>
              </a:lnSpc>
              <a:spcBef>
                <a:spcPts val="0"/>
              </a:spcBef>
              <a:spcAft>
                <a:spcPts val="0"/>
              </a:spcAft>
              <a:buClr>
                <a:schemeClr val="dk1"/>
              </a:buClr>
              <a:buSzPts val="1800"/>
              <a:buFont typeface="Noto Sans Symbols"/>
              <a:buChar char="▪"/>
            </a:pPr>
            <a:r>
              <a:rPr lang="en-US" dirty="0">
                <a:solidFill>
                  <a:schemeClr val="dk1"/>
                </a:solidFill>
                <a:latin typeface="Times New Roman"/>
                <a:ea typeface="Times New Roman"/>
                <a:cs typeface="Times New Roman"/>
                <a:sym typeface="Times New Roman"/>
              </a:rPr>
              <a:t>  People with stuttering</a:t>
            </a:r>
            <a:endParaRPr dirty="0"/>
          </a:p>
          <a:p>
            <a:pPr marL="285750" lvl="0" indent="-285750" algn="l" rtl="0">
              <a:lnSpc>
                <a:spcPct val="100000"/>
              </a:lnSpc>
              <a:spcBef>
                <a:spcPts val="0"/>
              </a:spcBef>
              <a:spcAft>
                <a:spcPts val="0"/>
              </a:spcAft>
              <a:buClr>
                <a:schemeClr val="dk1"/>
              </a:buClr>
              <a:buSzPts val="1800"/>
              <a:buFont typeface="Noto Sans Symbols"/>
              <a:buChar char="▪"/>
            </a:pPr>
            <a:r>
              <a:rPr lang="en-US" dirty="0">
                <a:solidFill>
                  <a:schemeClr val="dk1"/>
                </a:solidFill>
                <a:latin typeface="Times New Roman"/>
                <a:ea typeface="Times New Roman"/>
                <a:cs typeface="Times New Roman"/>
                <a:sym typeface="Times New Roman"/>
              </a:rPr>
              <a:t>  Speech therapists</a:t>
            </a:r>
            <a:endParaRPr dirty="0"/>
          </a:p>
          <a:p>
            <a:pPr marL="285750" lvl="0" indent="-285750" algn="l" rtl="0">
              <a:lnSpc>
                <a:spcPct val="100000"/>
              </a:lnSpc>
              <a:spcBef>
                <a:spcPts val="0"/>
              </a:spcBef>
              <a:spcAft>
                <a:spcPts val="0"/>
              </a:spcAft>
              <a:buClr>
                <a:schemeClr val="dk1"/>
              </a:buClr>
              <a:buSzPts val="1800"/>
              <a:buFont typeface="Noto Sans Symbols"/>
              <a:buChar char="▪"/>
            </a:pPr>
            <a:r>
              <a:rPr lang="en-US" dirty="0">
                <a:solidFill>
                  <a:schemeClr val="dk1"/>
                </a:solidFill>
                <a:latin typeface="Times New Roman"/>
                <a:ea typeface="Times New Roman"/>
                <a:cs typeface="Times New Roman"/>
                <a:sym typeface="Times New Roman"/>
              </a:rPr>
              <a:t>  Parents/caregivers</a:t>
            </a:r>
            <a:endParaRPr dirty="0"/>
          </a:p>
          <a:p>
            <a:pPr marL="285750" lvl="0" indent="-285750" algn="l" rtl="0">
              <a:lnSpc>
                <a:spcPct val="100000"/>
              </a:lnSpc>
              <a:spcBef>
                <a:spcPts val="0"/>
              </a:spcBef>
              <a:spcAft>
                <a:spcPts val="0"/>
              </a:spcAft>
              <a:buClr>
                <a:schemeClr val="dk1"/>
              </a:buClr>
              <a:buSzPts val="1800"/>
              <a:buFont typeface="Noto Sans Symbols"/>
              <a:buChar char="▪"/>
            </a:pPr>
            <a:r>
              <a:rPr lang="en-US" dirty="0">
                <a:solidFill>
                  <a:schemeClr val="dk1"/>
                </a:solidFill>
                <a:latin typeface="Times New Roman"/>
                <a:ea typeface="Times New Roman"/>
                <a:cs typeface="Times New Roman"/>
                <a:sym typeface="Times New Roman"/>
              </a:rPr>
              <a:t>  Speech/ML researchers</a:t>
            </a:r>
            <a:endParaRPr dirty="0"/>
          </a:p>
          <a:p>
            <a:pPr marL="285750" lvl="0" indent="-285750" algn="l" rtl="0">
              <a:lnSpc>
                <a:spcPct val="100000"/>
              </a:lnSpc>
              <a:spcBef>
                <a:spcPts val="0"/>
              </a:spcBef>
              <a:spcAft>
                <a:spcPts val="0"/>
              </a:spcAft>
              <a:buClr>
                <a:schemeClr val="dk1"/>
              </a:buClr>
              <a:buSzPts val="1800"/>
              <a:buFont typeface="Noto Sans Symbols"/>
              <a:buChar char="▪"/>
            </a:pPr>
            <a:r>
              <a:rPr lang="en-US" dirty="0">
                <a:solidFill>
                  <a:schemeClr val="dk1"/>
                </a:solidFill>
                <a:latin typeface="Times New Roman"/>
                <a:ea typeface="Times New Roman"/>
                <a:cs typeface="Times New Roman"/>
                <a:sym typeface="Times New Roman"/>
              </a:rPr>
              <a:t>  AI Web developers</a:t>
            </a:r>
            <a:endParaRPr dirty="0"/>
          </a:p>
          <a:p>
            <a:pPr marL="0" lvl="0" indent="0" algn="l" rtl="0">
              <a:lnSpc>
                <a:spcPct val="100000"/>
              </a:lnSpc>
              <a:spcBef>
                <a:spcPts val="0"/>
              </a:spcBef>
              <a:spcAft>
                <a:spcPts val="0"/>
              </a:spcAft>
              <a:buSzPts val="1800"/>
              <a:buNone/>
            </a:pPr>
            <a:endParaRPr dirty="0">
              <a:latin typeface="Times New Roman"/>
              <a:ea typeface="Times New Roman"/>
              <a:cs typeface="Times New Roman"/>
              <a:sym typeface="Times New Roman"/>
            </a:endParaRPr>
          </a:p>
          <a:p>
            <a:pPr marL="0" lvl="0" indent="0" algn="l" rtl="0">
              <a:lnSpc>
                <a:spcPct val="100000"/>
              </a:lnSpc>
              <a:spcBef>
                <a:spcPts val="0"/>
              </a:spcBef>
              <a:spcAft>
                <a:spcPts val="0"/>
              </a:spcAft>
              <a:buSzPts val="1800"/>
              <a:buNone/>
            </a:pPr>
            <a:endParaRPr dirty="0">
              <a:latin typeface="Times New Roman"/>
              <a:ea typeface="Times New Roman"/>
              <a:cs typeface="Times New Roman"/>
              <a:sym typeface="Times New Roman"/>
            </a:endParaRPr>
          </a:p>
          <a:p>
            <a:pPr marL="0" lvl="0" indent="0" algn="l" rtl="0">
              <a:lnSpc>
                <a:spcPct val="100000"/>
              </a:lnSpc>
              <a:spcBef>
                <a:spcPts val="0"/>
              </a:spcBef>
              <a:spcAft>
                <a:spcPts val="0"/>
              </a:spcAft>
              <a:buSzPts val="1800"/>
              <a:buNone/>
            </a:pPr>
            <a:r>
              <a:rPr lang="en-US" dirty="0">
                <a:latin typeface="Times New Roman"/>
                <a:ea typeface="Times New Roman"/>
                <a:cs typeface="Times New Roman"/>
                <a:sym typeface="Times New Roman"/>
              </a:rPr>
              <a:t>  </a:t>
            </a:r>
            <a:endParaRPr dirty="0">
              <a:latin typeface="Times New Roman"/>
              <a:ea typeface="Times New Roman"/>
              <a:cs typeface="Times New Roman"/>
              <a:sym typeface="Times New Roman"/>
            </a:endParaRPr>
          </a:p>
        </p:txBody>
      </p:sp>
      <p:pic>
        <p:nvPicPr>
          <p:cNvPr id="433" name="Google Shape;433;p48"/>
          <p:cNvPicPr preferRelativeResize="0"/>
          <p:nvPr/>
        </p:nvPicPr>
        <p:blipFill rotWithShape="1">
          <a:blip r:embed="rId3">
            <a:alphaModFix/>
          </a:blip>
          <a:srcRect l="9138" t="17177" r="11995" b="4953"/>
          <a:stretch/>
        </p:blipFill>
        <p:spPr>
          <a:xfrm>
            <a:off x="11107344" y="203981"/>
            <a:ext cx="807993" cy="780757"/>
          </a:xfrm>
          <a:prstGeom prst="ellipse">
            <a:avLst/>
          </a:prstGeom>
          <a:noFill/>
          <a:ln>
            <a:noFill/>
          </a:ln>
        </p:spPr>
      </p:pic>
      <p:sp>
        <p:nvSpPr>
          <p:cNvPr id="434" name="Google Shape;434;p48"/>
          <p:cNvSpPr txBox="1">
            <a:spLocks noGrp="1"/>
          </p:cNvSpPr>
          <p:nvPr>
            <p:ph type="ftr" idx="11"/>
          </p:nvPr>
        </p:nvSpPr>
        <p:spPr>
          <a:xfrm>
            <a:off x="9580855" y="6471456"/>
            <a:ext cx="7619999" cy="365125"/>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SzPts val="1400"/>
              <a:buNone/>
            </a:pPr>
            <a:r>
              <a:rPr lang="en-US"/>
              <a:t>Riphah School of Conputing &amp; Innovation</a:t>
            </a:r>
            <a:endParaRPr/>
          </a:p>
        </p:txBody>
      </p:sp>
      <p:sp>
        <p:nvSpPr>
          <p:cNvPr id="435" name="Google Shape;435;p48"/>
          <p:cNvSpPr txBox="1"/>
          <p:nvPr/>
        </p:nvSpPr>
        <p:spPr>
          <a:xfrm>
            <a:off x="3149600" y="800072"/>
            <a:ext cx="6705600" cy="646331"/>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3600"/>
              <a:buFont typeface="Arial"/>
              <a:buNone/>
            </a:pPr>
            <a:r>
              <a:rPr lang="en-US" sz="3600" b="1" i="0" u="none" strike="noStrike" cap="none">
                <a:solidFill>
                  <a:schemeClr val="dk2"/>
                </a:solidFill>
                <a:latin typeface="Times New Roman"/>
                <a:ea typeface="Times New Roman"/>
                <a:cs typeface="Times New Roman"/>
                <a:sym typeface="Times New Roman"/>
              </a:rPr>
              <a:t>Specification / Documentation</a:t>
            </a:r>
            <a:endParaRPr sz="1400" b="0" i="0" u="none" strike="noStrike" cap="none">
              <a:solidFill>
                <a:srgbClr val="000000"/>
              </a:solidFill>
              <a:latin typeface="Arial"/>
              <a:ea typeface="Arial"/>
              <a:cs typeface="Arial"/>
              <a:sym typeface="Arial"/>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447"/>
        <p:cNvGrpSpPr/>
        <p:nvPr/>
      </p:nvGrpSpPr>
      <p:grpSpPr>
        <a:xfrm>
          <a:off x="0" y="0"/>
          <a:ext cx="0" cy="0"/>
          <a:chOff x="0" y="0"/>
          <a:chExt cx="0" cy="0"/>
        </a:xfrm>
      </p:grpSpPr>
      <p:sp>
        <p:nvSpPr>
          <p:cNvPr id="448" name="Google Shape;448;p50"/>
          <p:cNvSpPr txBox="1">
            <a:spLocks noGrp="1"/>
          </p:cNvSpPr>
          <p:nvPr>
            <p:ph type="body" idx="1"/>
          </p:nvPr>
        </p:nvSpPr>
        <p:spPr>
          <a:xfrm>
            <a:off x="1390174" y="1918346"/>
            <a:ext cx="10224452" cy="3619501"/>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800"/>
              <a:buNone/>
            </a:pPr>
            <a:r>
              <a:rPr lang="en-US" b="1" dirty="0">
                <a:latin typeface="Times New Roman"/>
                <a:ea typeface="Times New Roman"/>
                <a:cs typeface="Times New Roman"/>
                <a:sym typeface="Times New Roman"/>
              </a:rPr>
              <a:t>System User </a:t>
            </a:r>
            <a:endParaRPr dirty="0"/>
          </a:p>
          <a:p>
            <a:pPr marL="0" lvl="0" indent="0" algn="l" rtl="0">
              <a:lnSpc>
                <a:spcPct val="100000"/>
              </a:lnSpc>
              <a:spcBef>
                <a:spcPts val="1000"/>
              </a:spcBef>
              <a:spcAft>
                <a:spcPts val="0"/>
              </a:spcAft>
              <a:buSzPts val="1800"/>
              <a:buNone/>
            </a:pPr>
            <a:r>
              <a:rPr lang="en-US" b="1" dirty="0">
                <a:latin typeface="Times New Roman"/>
                <a:ea typeface="Times New Roman"/>
                <a:cs typeface="Times New Roman"/>
                <a:sym typeface="Times New Roman"/>
              </a:rPr>
              <a:t>       Primary Users </a:t>
            </a:r>
            <a:endParaRPr dirty="0">
              <a:latin typeface="Times New Roman"/>
              <a:ea typeface="Times New Roman"/>
              <a:cs typeface="Times New Roman"/>
              <a:sym typeface="Times New Roman"/>
            </a:endParaRPr>
          </a:p>
          <a:p>
            <a:pPr marL="742950" lvl="1" indent="-285750" algn="l" rtl="0">
              <a:lnSpc>
                <a:spcPct val="100000"/>
              </a:lnSpc>
              <a:spcBef>
                <a:spcPts val="1000"/>
              </a:spcBef>
              <a:spcAft>
                <a:spcPts val="0"/>
              </a:spcAft>
              <a:buSzPts val="1800"/>
              <a:buFont typeface="Noto Sans Symbols"/>
              <a:buChar char="▪"/>
            </a:pPr>
            <a:r>
              <a:rPr lang="en-US" sz="1800" dirty="0">
                <a:latin typeface="Times New Roman"/>
                <a:ea typeface="Times New Roman"/>
                <a:cs typeface="Times New Roman"/>
                <a:sym typeface="Times New Roman"/>
              </a:rPr>
              <a:t> Individuals with stuttering or fluency disorders </a:t>
            </a:r>
            <a:endParaRPr dirty="0"/>
          </a:p>
          <a:p>
            <a:pPr marL="742950" lvl="1" indent="-285750" algn="l" rtl="0">
              <a:lnSpc>
                <a:spcPct val="100000"/>
              </a:lnSpc>
              <a:spcBef>
                <a:spcPts val="1000"/>
              </a:spcBef>
              <a:spcAft>
                <a:spcPts val="0"/>
              </a:spcAft>
              <a:buSzPts val="1800"/>
              <a:buFont typeface="Noto Sans Symbols"/>
              <a:buChar char="▪"/>
            </a:pPr>
            <a:r>
              <a:rPr lang="en-US" sz="1800" dirty="0">
                <a:latin typeface="Times New Roman"/>
                <a:ea typeface="Times New Roman"/>
                <a:cs typeface="Times New Roman"/>
                <a:sym typeface="Times New Roman"/>
              </a:rPr>
              <a:t> Need an easy-to-use interface and guided speech practice </a:t>
            </a:r>
            <a:endParaRPr dirty="0"/>
          </a:p>
          <a:p>
            <a:pPr marL="742950" lvl="1" indent="-285750" algn="l" rtl="0">
              <a:lnSpc>
                <a:spcPct val="100000"/>
              </a:lnSpc>
              <a:spcBef>
                <a:spcPts val="1000"/>
              </a:spcBef>
              <a:spcAft>
                <a:spcPts val="0"/>
              </a:spcAft>
              <a:buSzPts val="1800"/>
              <a:buFont typeface="Noto Sans Symbols"/>
              <a:buChar char="▪"/>
            </a:pPr>
            <a:r>
              <a:rPr lang="en-US" sz="1800" dirty="0">
                <a:latin typeface="Times New Roman"/>
                <a:ea typeface="Times New Roman"/>
                <a:cs typeface="Times New Roman"/>
                <a:sym typeface="Times New Roman"/>
              </a:rPr>
              <a:t> Will use the system for daily speech exercises and feedback </a:t>
            </a:r>
            <a:endParaRPr dirty="0"/>
          </a:p>
          <a:p>
            <a:pPr marL="457200" lvl="1" indent="0" algn="l" rtl="0">
              <a:lnSpc>
                <a:spcPct val="100000"/>
              </a:lnSpc>
              <a:spcBef>
                <a:spcPts val="1000"/>
              </a:spcBef>
              <a:spcAft>
                <a:spcPts val="0"/>
              </a:spcAft>
              <a:buSzPts val="1800"/>
              <a:buNone/>
            </a:pPr>
            <a:endParaRPr sz="1800" dirty="0">
              <a:latin typeface="Times New Roman"/>
              <a:ea typeface="Times New Roman"/>
              <a:cs typeface="Times New Roman"/>
              <a:sym typeface="Times New Roman"/>
            </a:endParaRPr>
          </a:p>
          <a:p>
            <a:pPr marL="0" lvl="0" indent="0" algn="l" rtl="0">
              <a:lnSpc>
                <a:spcPct val="100000"/>
              </a:lnSpc>
              <a:spcBef>
                <a:spcPts val="1000"/>
              </a:spcBef>
              <a:spcAft>
                <a:spcPts val="0"/>
              </a:spcAft>
              <a:buSzPts val="1800"/>
              <a:buNone/>
            </a:pPr>
            <a:r>
              <a:rPr lang="en-US" b="1" dirty="0">
                <a:latin typeface="Times New Roman"/>
                <a:ea typeface="Times New Roman"/>
                <a:cs typeface="Times New Roman"/>
                <a:sym typeface="Times New Roman"/>
              </a:rPr>
              <a:t>Operating Environment.  </a:t>
            </a:r>
            <a:endParaRPr dirty="0"/>
          </a:p>
          <a:p>
            <a:pPr marL="285750" lvl="0" indent="-285750" algn="l" rtl="0">
              <a:lnSpc>
                <a:spcPct val="100000"/>
              </a:lnSpc>
              <a:spcBef>
                <a:spcPts val="1000"/>
              </a:spcBef>
              <a:spcAft>
                <a:spcPts val="0"/>
              </a:spcAft>
              <a:buSzPts val="1800"/>
              <a:buFont typeface="Noto Sans Symbols"/>
              <a:buChar char="▪"/>
            </a:pPr>
            <a:r>
              <a:rPr lang="en-US" b="1" dirty="0">
                <a:latin typeface="Times New Roman"/>
                <a:ea typeface="Times New Roman"/>
                <a:cs typeface="Times New Roman"/>
                <a:sym typeface="Times New Roman"/>
              </a:rPr>
              <a:t>Frontend:</a:t>
            </a:r>
            <a:br>
              <a:rPr lang="en-US" dirty="0">
                <a:latin typeface="Times New Roman"/>
                <a:ea typeface="Times New Roman"/>
                <a:cs typeface="Times New Roman"/>
                <a:sym typeface="Times New Roman"/>
              </a:rPr>
            </a:br>
            <a:r>
              <a:rPr lang="en-US" dirty="0">
                <a:latin typeface="Times New Roman"/>
                <a:ea typeface="Times New Roman"/>
                <a:cs typeface="Times New Roman"/>
                <a:sym typeface="Times New Roman"/>
              </a:rPr>
              <a:t>Web-based interface built using </a:t>
            </a:r>
            <a:r>
              <a:rPr lang="en-US" b="1" dirty="0">
                <a:latin typeface="Times New Roman"/>
                <a:ea typeface="Times New Roman"/>
                <a:cs typeface="Times New Roman"/>
                <a:sym typeface="Times New Roman"/>
              </a:rPr>
              <a:t>ReactJS</a:t>
            </a:r>
            <a:r>
              <a:rPr lang="en-US" dirty="0">
                <a:latin typeface="Times New Roman"/>
                <a:ea typeface="Times New Roman"/>
                <a:cs typeface="Times New Roman"/>
                <a:sym typeface="Times New Roman"/>
              </a:rPr>
              <a:t>, </a:t>
            </a:r>
            <a:r>
              <a:rPr lang="en-US" b="1" dirty="0">
                <a:latin typeface="Times New Roman"/>
                <a:ea typeface="Times New Roman"/>
                <a:cs typeface="Times New Roman"/>
                <a:sym typeface="Times New Roman"/>
              </a:rPr>
              <a:t>HTML</a:t>
            </a:r>
            <a:r>
              <a:rPr lang="en-US" dirty="0">
                <a:latin typeface="Times New Roman"/>
                <a:ea typeface="Times New Roman"/>
                <a:cs typeface="Times New Roman"/>
                <a:sym typeface="Times New Roman"/>
              </a:rPr>
              <a:t>, </a:t>
            </a:r>
            <a:r>
              <a:rPr lang="en-US" b="1" dirty="0">
                <a:latin typeface="Times New Roman"/>
                <a:ea typeface="Times New Roman"/>
                <a:cs typeface="Times New Roman"/>
                <a:sym typeface="Times New Roman"/>
              </a:rPr>
              <a:t>CSS</a:t>
            </a:r>
            <a:r>
              <a:rPr lang="en-US" dirty="0">
                <a:latin typeface="Times New Roman"/>
                <a:ea typeface="Times New Roman"/>
                <a:cs typeface="Times New Roman"/>
                <a:sym typeface="Times New Roman"/>
              </a:rPr>
              <a:t>, and </a:t>
            </a:r>
            <a:r>
              <a:rPr lang="en-US" b="1" dirty="0">
                <a:latin typeface="Times New Roman"/>
                <a:ea typeface="Times New Roman"/>
                <a:cs typeface="Times New Roman"/>
                <a:sym typeface="Times New Roman"/>
              </a:rPr>
              <a:t>JavaScript</a:t>
            </a:r>
            <a:br>
              <a:rPr lang="en-US" dirty="0">
                <a:latin typeface="Times New Roman"/>
                <a:ea typeface="Times New Roman"/>
                <a:cs typeface="Times New Roman"/>
                <a:sym typeface="Times New Roman"/>
              </a:rPr>
            </a:br>
            <a:r>
              <a:rPr lang="en-US" dirty="0">
                <a:latin typeface="Times New Roman"/>
                <a:ea typeface="Times New Roman"/>
                <a:cs typeface="Times New Roman"/>
                <a:sym typeface="Times New Roman"/>
              </a:rPr>
              <a:t>Compatible with modern browsers (Chrome, Edge, Firefox, Safari)</a:t>
            </a:r>
            <a:endParaRPr dirty="0"/>
          </a:p>
        </p:txBody>
      </p:sp>
      <p:pic>
        <p:nvPicPr>
          <p:cNvPr id="449" name="Google Shape;449;p50"/>
          <p:cNvPicPr preferRelativeResize="0"/>
          <p:nvPr/>
        </p:nvPicPr>
        <p:blipFill rotWithShape="1">
          <a:blip r:embed="rId3">
            <a:alphaModFix/>
          </a:blip>
          <a:srcRect l="9138" t="17177" r="11995" b="4953"/>
          <a:stretch/>
        </p:blipFill>
        <p:spPr>
          <a:xfrm>
            <a:off x="11107344" y="203981"/>
            <a:ext cx="807993" cy="780757"/>
          </a:xfrm>
          <a:prstGeom prst="ellipse">
            <a:avLst/>
          </a:prstGeom>
          <a:noFill/>
          <a:ln>
            <a:noFill/>
          </a:ln>
        </p:spPr>
      </p:pic>
      <p:sp>
        <p:nvSpPr>
          <p:cNvPr id="450" name="Google Shape;450;p50"/>
          <p:cNvSpPr txBox="1">
            <a:spLocks noGrp="1"/>
          </p:cNvSpPr>
          <p:nvPr>
            <p:ph type="ftr" idx="11"/>
          </p:nvPr>
        </p:nvSpPr>
        <p:spPr>
          <a:xfrm>
            <a:off x="9580855" y="6471456"/>
            <a:ext cx="7619999" cy="365125"/>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SzPts val="1400"/>
              <a:buNone/>
            </a:pPr>
            <a:r>
              <a:rPr lang="en-US"/>
              <a:t>Riphah School of Conputing &amp; Innovation</a:t>
            </a:r>
            <a:endParaRPr/>
          </a:p>
        </p:txBody>
      </p:sp>
      <p:sp>
        <p:nvSpPr>
          <p:cNvPr id="451" name="Google Shape;451;p50"/>
          <p:cNvSpPr txBox="1"/>
          <p:nvPr/>
        </p:nvSpPr>
        <p:spPr>
          <a:xfrm>
            <a:off x="3149600" y="800072"/>
            <a:ext cx="6705600" cy="646331"/>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3600"/>
              <a:buFont typeface="Arial"/>
              <a:buNone/>
            </a:pPr>
            <a:r>
              <a:rPr lang="en-US" sz="3600" b="1" i="0" u="none" strike="noStrike" cap="none">
                <a:solidFill>
                  <a:schemeClr val="dk2"/>
                </a:solidFill>
                <a:latin typeface="Times New Roman"/>
                <a:ea typeface="Times New Roman"/>
                <a:cs typeface="Times New Roman"/>
                <a:sym typeface="Times New Roman"/>
              </a:rPr>
              <a:t>Specification / Documentation</a:t>
            </a:r>
            <a:endParaRPr sz="1400" b="0" i="0" u="none" strike="noStrike" cap="none">
              <a:solidFill>
                <a:srgbClr val="000000"/>
              </a:solidFill>
              <a:latin typeface="Arial"/>
              <a:ea typeface="Arial"/>
              <a:cs typeface="Arial"/>
              <a:sym typeface="Arial"/>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455"/>
        <p:cNvGrpSpPr/>
        <p:nvPr/>
      </p:nvGrpSpPr>
      <p:grpSpPr>
        <a:xfrm>
          <a:off x="0" y="0"/>
          <a:ext cx="0" cy="0"/>
          <a:chOff x="0" y="0"/>
          <a:chExt cx="0" cy="0"/>
        </a:xfrm>
      </p:grpSpPr>
      <p:sp>
        <p:nvSpPr>
          <p:cNvPr id="456" name="Google Shape;456;p51"/>
          <p:cNvSpPr txBox="1">
            <a:spLocks noGrp="1"/>
          </p:cNvSpPr>
          <p:nvPr>
            <p:ph type="body" idx="1"/>
          </p:nvPr>
        </p:nvSpPr>
        <p:spPr>
          <a:xfrm>
            <a:off x="1390174" y="1918346"/>
            <a:ext cx="10224452" cy="3619501"/>
          </a:xfrm>
          <a:prstGeom prst="rect">
            <a:avLst/>
          </a:prstGeom>
          <a:noFill/>
          <a:ln>
            <a:noFill/>
          </a:ln>
        </p:spPr>
        <p:txBody>
          <a:bodyPr spcFirstLastPara="1" wrap="square" lIns="91425" tIns="45700" rIns="91425" bIns="45700" anchor="t" anchorCtr="0">
            <a:noAutofit/>
          </a:bodyPr>
          <a:lstStyle/>
          <a:p>
            <a:pPr marL="342900" lvl="0" indent="-342900" algn="l" rtl="0">
              <a:lnSpc>
                <a:spcPct val="100000"/>
              </a:lnSpc>
              <a:spcBef>
                <a:spcPts val="0"/>
              </a:spcBef>
              <a:spcAft>
                <a:spcPts val="0"/>
              </a:spcAft>
              <a:buSzPts val="1800"/>
              <a:buFont typeface="Noto Sans Symbols"/>
              <a:buChar char="▪"/>
            </a:pPr>
            <a:r>
              <a:rPr lang="en-US" b="1">
                <a:latin typeface="Times New Roman"/>
                <a:ea typeface="Times New Roman"/>
                <a:cs typeface="Times New Roman"/>
                <a:sym typeface="Times New Roman"/>
              </a:rPr>
              <a:t>Machine Learning Backend:</a:t>
            </a:r>
            <a:br>
              <a:rPr lang="en-US">
                <a:latin typeface="Times New Roman"/>
                <a:ea typeface="Times New Roman"/>
                <a:cs typeface="Times New Roman"/>
                <a:sym typeface="Times New Roman"/>
              </a:rPr>
            </a:br>
            <a:r>
              <a:rPr lang="en-US">
                <a:latin typeface="Times New Roman"/>
                <a:ea typeface="Times New Roman"/>
                <a:cs typeface="Times New Roman"/>
                <a:sym typeface="Times New Roman"/>
              </a:rPr>
              <a:t>Python-based stuttering detection model (e.g., PyTorch/TensorFlow)</a:t>
            </a:r>
            <a:br>
              <a:rPr lang="en-US">
                <a:latin typeface="Times New Roman"/>
                <a:ea typeface="Times New Roman"/>
                <a:cs typeface="Times New Roman"/>
                <a:sym typeface="Times New Roman"/>
              </a:rPr>
            </a:br>
            <a:r>
              <a:rPr lang="en-US">
                <a:latin typeface="Times New Roman"/>
                <a:ea typeface="Times New Roman"/>
                <a:cs typeface="Times New Roman"/>
                <a:sym typeface="Times New Roman"/>
              </a:rPr>
              <a:t>Served through a REST API (Flask / FastAPI)</a:t>
            </a:r>
            <a:endParaRPr/>
          </a:p>
          <a:p>
            <a:pPr marL="342900" lvl="0" indent="-342900" algn="l" rtl="0">
              <a:lnSpc>
                <a:spcPct val="100000"/>
              </a:lnSpc>
              <a:spcBef>
                <a:spcPts val="1000"/>
              </a:spcBef>
              <a:spcAft>
                <a:spcPts val="0"/>
              </a:spcAft>
              <a:buSzPts val="1800"/>
              <a:buFont typeface="Noto Sans Symbols"/>
              <a:buChar char="▪"/>
            </a:pPr>
            <a:r>
              <a:rPr lang="en-US" b="1">
                <a:latin typeface="Times New Roman"/>
                <a:ea typeface="Times New Roman"/>
                <a:cs typeface="Times New Roman"/>
                <a:sym typeface="Times New Roman"/>
              </a:rPr>
              <a:t>Database:</a:t>
            </a:r>
            <a:br>
              <a:rPr lang="en-US">
                <a:latin typeface="Times New Roman"/>
                <a:ea typeface="Times New Roman"/>
                <a:cs typeface="Times New Roman"/>
                <a:sym typeface="Times New Roman"/>
              </a:rPr>
            </a:br>
            <a:r>
              <a:rPr lang="en-US">
                <a:latin typeface="Times New Roman"/>
                <a:ea typeface="Times New Roman"/>
                <a:cs typeface="Times New Roman"/>
                <a:sym typeface="Times New Roman"/>
              </a:rPr>
              <a:t>Firebase or MongoDB / PostgreSQL (depending on system structure)</a:t>
            </a:r>
            <a:endParaRPr/>
          </a:p>
          <a:p>
            <a:pPr marL="342900" lvl="0" indent="-342900" algn="l" rtl="0">
              <a:lnSpc>
                <a:spcPct val="100000"/>
              </a:lnSpc>
              <a:spcBef>
                <a:spcPts val="1000"/>
              </a:spcBef>
              <a:spcAft>
                <a:spcPts val="0"/>
              </a:spcAft>
              <a:buSzPts val="1800"/>
              <a:buFont typeface="Noto Sans Symbols"/>
              <a:buChar char="▪"/>
            </a:pPr>
            <a:r>
              <a:rPr lang="en-US" b="1">
                <a:latin typeface="Times New Roman"/>
                <a:ea typeface="Times New Roman"/>
                <a:cs typeface="Times New Roman"/>
                <a:sym typeface="Times New Roman"/>
              </a:rPr>
              <a:t>Hosting/Deployment:</a:t>
            </a:r>
            <a:br>
              <a:rPr lang="en-US">
                <a:latin typeface="Times New Roman"/>
                <a:ea typeface="Times New Roman"/>
                <a:cs typeface="Times New Roman"/>
                <a:sym typeface="Times New Roman"/>
              </a:rPr>
            </a:br>
            <a:r>
              <a:rPr lang="en-US">
                <a:latin typeface="Times New Roman"/>
                <a:ea typeface="Times New Roman"/>
                <a:cs typeface="Times New Roman"/>
                <a:sym typeface="Times New Roman"/>
              </a:rPr>
              <a:t>Cloud hosting such as </a:t>
            </a:r>
            <a:r>
              <a:rPr lang="en-US" b="1">
                <a:latin typeface="Times New Roman"/>
                <a:ea typeface="Times New Roman"/>
                <a:cs typeface="Times New Roman"/>
                <a:sym typeface="Times New Roman"/>
              </a:rPr>
              <a:t>Firebase Hosting</a:t>
            </a:r>
            <a:r>
              <a:rPr lang="en-US">
                <a:latin typeface="Times New Roman"/>
                <a:ea typeface="Times New Roman"/>
                <a:cs typeface="Times New Roman"/>
                <a:sym typeface="Times New Roman"/>
              </a:rPr>
              <a:t>, </a:t>
            </a:r>
            <a:r>
              <a:rPr lang="en-US" b="1">
                <a:latin typeface="Times New Roman"/>
                <a:ea typeface="Times New Roman"/>
                <a:cs typeface="Times New Roman"/>
                <a:sym typeface="Times New Roman"/>
              </a:rPr>
              <a:t>AWS</a:t>
            </a:r>
            <a:r>
              <a:rPr lang="en-US">
                <a:latin typeface="Times New Roman"/>
                <a:ea typeface="Times New Roman"/>
                <a:cs typeface="Times New Roman"/>
                <a:sym typeface="Times New Roman"/>
              </a:rPr>
              <a:t>, or </a:t>
            </a:r>
            <a:r>
              <a:rPr lang="en-US" b="1">
                <a:latin typeface="Times New Roman"/>
                <a:ea typeface="Times New Roman"/>
                <a:cs typeface="Times New Roman"/>
                <a:sym typeface="Times New Roman"/>
              </a:rPr>
              <a:t>Render / Vercel</a:t>
            </a:r>
            <a:endParaRPr>
              <a:latin typeface="Times New Roman"/>
              <a:ea typeface="Times New Roman"/>
              <a:cs typeface="Times New Roman"/>
              <a:sym typeface="Times New Roman"/>
            </a:endParaRPr>
          </a:p>
          <a:p>
            <a:pPr marL="342900" lvl="0" indent="-342900" algn="l" rtl="0">
              <a:lnSpc>
                <a:spcPct val="100000"/>
              </a:lnSpc>
              <a:spcBef>
                <a:spcPts val="1000"/>
              </a:spcBef>
              <a:spcAft>
                <a:spcPts val="0"/>
              </a:spcAft>
              <a:buSzPts val="1800"/>
              <a:buFont typeface="Noto Sans Symbols"/>
              <a:buChar char="▪"/>
            </a:pPr>
            <a:r>
              <a:rPr lang="en-US" b="1">
                <a:latin typeface="Times New Roman"/>
                <a:ea typeface="Times New Roman"/>
                <a:cs typeface="Times New Roman"/>
                <a:sym typeface="Times New Roman"/>
              </a:rPr>
              <a:t>Networking:</a:t>
            </a:r>
            <a:br>
              <a:rPr lang="en-US">
                <a:latin typeface="Times New Roman"/>
                <a:ea typeface="Times New Roman"/>
                <a:cs typeface="Times New Roman"/>
                <a:sym typeface="Times New Roman"/>
              </a:rPr>
            </a:br>
            <a:r>
              <a:rPr lang="en-US">
                <a:latin typeface="Times New Roman"/>
                <a:ea typeface="Times New Roman"/>
                <a:cs typeface="Times New Roman"/>
                <a:sym typeface="Times New Roman"/>
              </a:rPr>
              <a:t>Stable internet connection required for speech processing and progress sync</a:t>
            </a:r>
            <a:endParaRPr/>
          </a:p>
          <a:p>
            <a:pPr marL="342900" lvl="0" indent="-342900" algn="l" rtl="0">
              <a:lnSpc>
                <a:spcPct val="100000"/>
              </a:lnSpc>
              <a:spcBef>
                <a:spcPts val="1000"/>
              </a:spcBef>
              <a:spcAft>
                <a:spcPts val="0"/>
              </a:spcAft>
              <a:buSzPts val="1800"/>
              <a:buFont typeface="Noto Sans Symbols"/>
              <a:buChar char="▪"/>
            </a:pPr>
            <a:r>
              <a:rPr lang="en-US" b="1">
                <a:latin typeface="Times New Roman"/>
                <a:ea typeface="Times New Roman"/>
                <a:cs typeface="Times New Roman"/>
                <a:sym typeface="Times New Roman"/>
              </a:rPr>
              <a:t>Devices Supported:</a:t>
            </a:r>
            <a:br>
              <a:rPr lang="en-US">
                <a:latin typeface="Times New Roman"/>
                <a:ea typeface="Times New Roman"/>
                <a:cs typeface="Times New Roman"/>
                <a:sym typeface="Times New Roman"/>
              </a:rPr>
            </a:br>
            <a:r>
              <a:rPr lang="en-US">
                <a:latin typeface="Times New Roman"/>
                <a:ea typeface="Times New Roman"/>
                <a:cs typeface="Times New Roman"/>
                <a:sym typeface="Times New Roman"/>
              </a:rPr>
              <a:t>Desktop, Laptop, Tablet, and Mobile Browsers</a:t>
            </a:r>
            <a:endParaRPr/>
          </a:p>
          <a:p>
            <a:pPr marL="0" lvl="0" indent="0" algn="l" rtl="0">
              <a:lnSpc>
                <a:spcPct val="100000"/>
              </a:lnSpc>
              <a:spcBef>
                <a:spcPts val="1000"/>
              </a:spcBef>
              <a:spcAft>
                <a:spcPts val="0"/>
              </a:spcAft>
              <a:buSzPts val="1600"/>
              <a:buNone/>
            </a:pPr>
            <a:endParaRPr sz="1600">
              <a:latin typeface="Times New Roman"/>
              <a:ea typeface="Times New Roman"/>
              <a:cs typeface="Times New Roman"/>
              <a:sym typeface="Times New Roman"/>
            </a:endParaRPr>
          </a:p>
        </p:txBody>
      </p:sp>
      <p:pic>
        <p:nvPicPr>
          <p:cNvPr id="457" name="Google Shape;457;p51"/>
          <p:cNvPicPr preferRelativeResize="0"/>
          <p:nvPr/>
        </p:nvPicPr>
        <p:blipFill rotWithShape="1">
          <a:blip r:embed="rId3">
            <a:alphaModFix/>
          </a:blip>
          <a:srcRect l="9138" t="17177" r="11995" b="4953"/>
          <a:stretch/>
        </p:blipFill>
        <p:spPr>
          <a:xfrm>
            <a:off x="11107344" y="203981"/>
            <a:ext cx="807993" cy="780757"/>
          </a:xfrm>
          <a:prstGeom prst="ellipse">
            <a:avLst/>
          </a:prstGeom>
          <a:noFill/>
          <a:ln>
            <a:noFill/>
          </a:ln>
        </p:spPr>
      </p:pic>
      <p:sp>
        <p:nvSpPr>
          <p:cNvPr id="458" name="Google Shape;458;p51"/>
          <p:cNvSpPr txBox="1">
            <a:spLocks noGrp="1"/>
          </p:cNvSpPr>
          <p:nvPr>
            <p:ph type="ftr" idx="11"/>
          </p:nvPr>
        </p:nvSpPr>
        <p:spPr>
          <a:xfrm>
            <a:off x="9580855" y="6471456"/>
            <a:ext cx="7619999" cy="365125"/>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SzPts val="1400"/>
              <a:buNone/>
            </a:pPr>
            <a:r>
              <a:rPr lang="en-US"/>
              <a:t>Riphah School of Conputing &amp; Innovation</a:t>
            </a:r>
            <a:endParaRPr/>
          </a:p>
        </p:txBody>
      </p:sp>
      <p:sp>
        <p:nvSpPr>
          <p:cNvPr id="459" name="Google Shape;459;p51"/>
          <p:cNvSpPr txBox="1"/>
          <p:nvPr/>
        </p:nvSpPr>
        <p:spPr>
          <a:xfrm>
            <a:off x="3149600" y="800072"/>
            <a:ext cx="6705600" cy="646331"/>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3600"/>
              <a:buFont typeface="Arial"/>
              <a:buNone/>
            </a:pPr>
            <a:r>
              <a:rPr lang="en-US" sz="3600" b="1" i="0" u="none" strike="noStrike" cap="none">
                <a:solidFill>
                  <a:schemeClr val="dk2"/>
                </a:solidFill>
                <a:latin typeface="Times New Roman"/>
                <a:ea typeface="Times New Roman"/>
                <a:cs typeface="Times New Roman"/>
                <a:sym typeface="Times New Roman"/>
              </a:rPr>
              <a:t>Specification / Documentation</a:t>
            </a:r>
            <a:endParaRPr sz="1400" b="0" i="0" u="none" strike="noStrike" cap="none">
              <a:solidFill>
                <a:srgbClr val="000000"/>
              </a:solidFill>
              <a:latin typeface="Arial"/>
              <a:ea typeface="Arial"/>
              <a:cs typeface="Arial"/>
              <a:sym typeface="Arial"/>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463"/>
        <p:cNvGrpSpPr/>
        <p:nvPr/>
      </p:nvGrpSpPr>
      <p:grpSpPr>
        <a:xfrm>
          <a:off x="0" y="0"/>
          <a:ext cx="0" cy="0"/>
          <a:chOff x="0" y="0"/>
          <a:chExt cx="0" cy="0"/>
        </a:xfrm>
      </p:grpSpPr>
      <p:sp>
        <p:nvSpPr>
          <p:cNvPr id="464" name="Google Shape;464;p52"/>
          <p:cNvSpPr txBox="1">
            <a:spLocks noGrp="1"/>
          </p:cNvSpPr>
          <p:nvPr>
            <p:ph type="body" idx="1"/>
          </p:nvPr>
        </p:nvSpPr>
        <p:spPr>
          <a:xfrm>
            <a:off x="2589212" y="2133600"/>
            <a:ext cx="4313864" cy="3777622"/>
          </a:xfrm>
          <a:prstGeom prst="rect">
            <a:avLst/>
          </a:prstGeom>
          <a:noFill/>
          <a:ln>
            <a:noFill/>
          </a:ln>
        </p:spPr>
        <p:txBody>
          <a:bodyPr spcFirstLastPara="1" wrap="square" lIns="91425" tIns="45700" rIns="91425" bIns="45700" anchor="t" anchorCtr="0">
            <a:noAutofit/>
          </a:bodyPr>
          <a:lstStyle/>
          <a:p>
            <a:pPr marL="114300" lvl="0" indent="0" algn="l" rtl="0">
              <a:lnSpc>
                <a:spcPct val="100000"/>
              </a:lnSpc>
              <a:spcBef>
                <a:spcPts val="1000"/>
              </a:spcBef>
              <a:spcAft>
                <a:spcPts val="0"/>
              </a:spcAft>
              <a:buSzPts val="1800"/>
              <a:buNone/>
            </a:pPr>
            <a:r>
              <a:rPr lang="en-US">
                <a:latin typeface="Times New Roman"/>
                <a:ea typeface="Times New Roman"/>
                <a:cs typeface="Times New Roman"/>
                <a:sym typeface="Times New Roman"/>
              </a:rPr>
              <a:t>●  User clicks </a:t>
            </a:r>
            <a:r>
              <a:rPr lang="en-US" b="1">
                <a:latin typeface="Times New Roman"/>
                <a:ea typeface="Times New Roman"/>
                <a:cs typeface="Times New Roman"/>
                <a:sym typeface="Times New Roman"/>
              </a:rPr>
              <a:t>Record </a:t>
            </a:r>
            <a:r>
              <a:rPr lang="en-US">
                <a:latin typeface="Times New Roman"/>
                <a:ea typeface="Times New Roman"/>
                <a:cs typeface="Times New Roman"/>
                <a:sym typeface="Times New Roman"/>
              </a:rPr>
              <a:t>→ system requests microphone permission → system shows recording timer → user clicks </a:t>
            </a:r>
            <a:r>
              <a:rPr lang="en-US" b="1">
                <a:latin typeface="Times New Roman"/>
                <a:ea typeface="Times New Roman"/>
                <a:cs typeface="Times New Roman"/>
                <a:sym typeface="Times New Roman"/>
              </a:rPr>
              <a:t>Stop </a:t>
            </a:r>
            <a:r>
              <a:rPr lang="en-US">
                <a:latin typeface="Times New Roman"/>
                <a:ea typeface="Times New Roman"/>
                <a:cs typeface="Times New Roman"/>
                <a:sym typeface="Times New Roman"/>
              </a:rPr>
              <a:t>→ system uploads the audio and shows “Processing” status. </a:t>
            </a:r>
            <a:endParaRPr sz="1600">
              <a:latin typeface="Times New Roman"/>
              <a:ea typeface="Times New Roman"/>
              <a:cs typeface="Times New Roman"/>
              <a:sym typeface="Times New Roman"/>
            </a:endParaRPr>
          </a:p>
          <a:p>
            <a:pPr marL="114300" lvl="0" indent="0" algn="l" rtl="0">
              <a:lnSpc>
                <a:spcPct val="100000"/>
              </a:lnSpc>
              <a:spcBef>
                <a:spcPts val="1000"/>
              </a:spcBef>
              <a:spcAft>
                <a:spcPts val="0"/>
              </a:spcAft>
              <a:buSzPts val="1800"/>
              <a:buNone/>
            </a:pPr>
            <a:r>
              <a:rPr lang="en-US">
                <a:latin typeface="Times New Roman"/>
                <a:ea typeface="Times New Roman"/>
                <a:cs typeface="Times New Roman"/>
                <a:sym typeface="Times New Roman"/>
              </a:rPr>
              <a:t>●  User selects </a:t>
            </a:r>
            <a:r>
              <a:rPr lang="en-US" b="1">
                <a:latin typeface="Times New Roman"/>
                <a:ea typeface="Times New Roman"/>
                <a:cs typeface="Times New Roman"/>
                <a:sym typeface="Times New Roman"/>
              </a:rPr>
              <a:t>Upload </a:t>
            </a:r>
            <a:r>
              <a:rPr lang="en-US">
                <a:latin typeface="Times New Roman"/>
                <a:ea typeface="Times New Roman"/>
                <a:cs typeface="Times New Roman"/>
                <a:sym typeface="Times New Roman"/>
              </a:rPr>
              <a:t>→ chooses audio file → system validates format and size → system uploads file and shows “Processing” status. </a:t>
            </a:r>
            <a:endParaRPr sz="1600">
              <a:latin typeface="Times New Roman"/>
              <a:ea typeface="Times New Roman"/>
              <a:cs typeface="Times New Roman"/>
              <a:sym typeface="Times New Roman"/>
            </a:endParaRPr>
          </a:p>
          <a:p>
            <a:pPr marL="114300" lvl="0" indent="0" algn="l" rtl="0">
              <a:lnSpc>
                <a:spcPct val="100000"/>
              </a:lnSpc>
              <a:spcBef>
                <a:spcPts val="1000"/>
              </a:spcBef>
              <a:spcAft>
                <a:spcPts val="0"/>
              </a:spcAft>
              <a:buSzPts val="1800"/>
              <a:buNone/>
            </a:pPr>
            <a:r>
              <a:rPr lang="en-US">
                <a:latin typeface="Times New Roman"/>
                <a:ea typeface="Times New Roman"/>
                <a:cs typeface="Times New Roman"/>
                <a:sym typeface="Times New Roman"/>
              </a:rPr>
              <a:t>●  User cancels recording → system discards temporary file and returns to dashboard. </a:t>
            </a:r>
            <a:endParaRPr sz="1600">
              <a:latin typeface="Times New Roman"/>
              <a:ea typeface="Times New Roman"/>
              <a:cs typeface="Times New Roman"/>
              <a:sym typeface="Times New Roman"/>
            </a:endParaRPr>
          </a:p>
          <a:p>
            <a:pPr marL="342900" lvl="0" indent="-342900" algn="l" rtl="0">
              <a:lnSpc>
                <a:spcPct val="100000"/>
              </a:lnSpc>
              <a:spcBef>
                <a:spcPts val="1000"/>
              </a:spcBef>
              <a:spcAft>
                <a:spcPts val="0"/>
              </a:spcAft>
              <a:buSzPts val="1600"/>
              <a:buNone/>
            </a:pPr>
            <a:endParaRPr sz="1600" b="1">
              <a:latin typeface="Times New Roman"/>
              <a:ea typeface="Times New Roman"/>
              <a:cs typeface="Times New Roman"/>
              <a:sym typeface="Times New Roman"/>
            </a:endParaRPr>
          </a:p>
        </p:txBody>
      </p:sp>
      <p:sp>
        <p:nvSpPr>
          <p:cNvPr id="465" name="Google Shape;465;p52"/>
          <p:cNvSpPr txBox="1">
            <a:spLocks noGrp="1"/>
          </p:cNvSpPr>
          <p:nvPr>
            <p:ph type="body" idx="2"/>
          </p:nvPr>
        </p:nvSpPr>
        <p:spPr>
          <a:xfrm>
            <a:off x="7190750" y="2126225"/>
            <a:ext cx="4314000" cy="4077300"/>
          </a:xfrm>
          <a:prstGeom prst="rect">
            <a:avLst/>
          </a:prstGeom>
          <a:noFill/>
          <a:ln>
            <a:noFill/>
          </a:ln>
        </p:spPr>
        <p:txBody>
          <a:bodyPr spcFirstLastPara="1" wrap="square" lIns="91425" tIns="45700" rIns="91425" bIns="45700" anchor="t" anchorCtr="0">
            <a:noAutofit/>
          </a:bodyPr>
          <a:lstStyle/>
          <a:p>
            <a:pPr marL="457200" lvl="0" indent="-355600" algn="l" rtl="0">
              <a:lnSpc>
                <a:spcPct val="80000"/>
              </a:lnSpc>
              <a:spcBef>
                <a:spcPts val="1000"/>
              </a:spcBef>
              <a:spcAft>
                <a:spcPts val="0"/>
              </a:spcAft>
              <a:buSzPts val="2000"/>
              <a:buFont typeface="Arial"/>
              <a:buChar char="•"/>
            </a:pPr>
            <a:r>
              <a:rPr lang="en-US" sz="1400">
                <a:latin typeface="Times New Roman"/>
                <a:ea typeface="Times New Roman"/>
                <a:cs typeface="Times New Roman"/>
                <a:sym typeface="Times New Roman"/>
              </a:rPr>
              <a:t> The system shall allow registered users to record audio via the web dashboard using the device microphone. </a:t>
            </a:r>
            <a:endParaRPr sz="650"/>
          </a:p>
          <a:p>
            <a:pPr marL="457200" lvl="0" indent="-355600" algn="l" rtl="0">
              <a:lnSpc>
                <a:spcPct val="80000"/>
              </a:lnSpc>
              <a:spcBef>
                <a:spcPts val="1000"/>
              </a:spcBef>
              <a:spcAft>
                <a:spcPts val="0"/>
              </a:spcAft>
              <a:buSzPts val="2000"/>
              <a:buFont typeface="Arial"/>
              <a:buChar char="•"/>
            </a:pPr>
            <a:r>
              <a:rPr lang="en-US" sz="1400">
                <a:latin typeface="Times New Roman"/>
                <a:ea typeface="Times New Roman"/>
                <a:cs typeface="Times New Roman"/>
                <a:sym typeface="Times New Roman"/>
              </a:rPr>
              <a:t>The system shall request and handle browser microphone permissions securely and show appropriate user feedback if permission is denied. </a:t>
            </a:r>
            <a:endParaRPr sz="650"/>
          </a:p>
          <a:p>
            <a:pPr marL="457200" lvl="0" indent="-355600" algn="l" rtl="0">
              <a:lnSpc>
                <a:spcPct val="80000"/>
              </a:lnSpc>
              <a:spcBef>
                <a:spcPts val="1000"/>
              </a:spcBef>
              <a:spcAft>
                <a:spcPts val="0"/>
              </a:spcAft>
              <a:buSzPts val="2000"/>
              <a:buFont typeface="Arial"/>
              <a:buChar char="•"/>
            </a:pPr>
            <a:r>
              <a:rPr lang="en-US" sz="1400">
                <a:latin typeface="Times New Roman"/>
                <a:ea typeface="Times New Roman"/>
                <a:cs typeface="Times New Roman"/>
                <a:sym typeface="Times New Roman"/>
              </a:rPr>
              <a:t>The system shall allow users to upload audio files up to a configurable maximum size (TBD). </a:t>
            </a:r>
            <a:endParaRPr sz="650"/>
          </a:p>
          <a:p>
            <a:pPr marL="457200" lvl="0" indent="-355600" algn="l" rtl="0">
              <a:lnSpc>
                <a:spcPct val="80000"/>
              </a:lnSpc>
              <a:spcBef>
                <a:spcPts val="1000"/>
              </a:spcBef>
              <a:spcAft>
                <a:spcPts val="0"/>
              </a:spcAft>
              <a:buSzPts val="2000"/>
              <a:buFont typeface="Arial"/>
              <a:buChar char="•"/>
            </a:pPr>
            <a:r>
              <a:rPr lang="en-US" sz="1400">
                <a:latin typeface="Times New Roman"/>
                <a:ea typeface="Times New Roman"/>
                <a:cs typeface="Times New Roman"/>
                <a:sym typeface="Times New Roman"/>
              </a:rPr>
              <a:t>The system shall validate uploaded files for audio format and integrity and return descriptive error messages on invalid input. </a:t>
            </a:r>
            <a:endParaRPr sz="650"/>
          </a:p>
          <a:p>
            <a:pPr marL="457200" lvl="0" indent="-355600" algn="l" rtl="0">
              <a:lnSpc>
                <a:spcPct val="80000"/>
              </a:lnSpc>
              <a:spcBef>
                <a:spcPts val="1000"/>
              </a:spcBef>
              <a:spcAft>
                <a:spcPts val="0"/>
              </a:spcAft>
              <a:buSzPts val="2000"/>
              <a:buFont typeface="Arial"/>
              <a:buChar char="•"/>
            </a:pPr>
            <a:r>
              <a:rPr lang="en-US" sz="1400">
                <a:latin typeface="Times New Roman"/>
                <a:ea typeface="Times New Roman"/>
                <a:cs typeface="Times New Roman"/>
                <a:sym typeface="Times New Roman"/>
              </a:rPr>
              <a:t>The system shall create a Recording entry (status = uploaded) in the database immediately after successful upload or end of recording. </a:t>
            </a:r>
            <a:endParaRPr sz="650"/>
          </a:p>
          <a:p>
            <a:pPr marL="457200" lvl="0" indent="-355600" algn="l" rtl="0">
              <a:lnSpc>
                <a:spcPct val="80000"/>
              </a:lnSpc>
              <a:spcBef>
                <a:spcPts val="1000"/>
              </a:spcBef>
              <a:spcAft>
                <a:spcPts val="0"/>
              </a:spcAft>
              <a:buSzPts val="2000"/>
              <a:buFont typeface="Arial"/>
              <a:buChar char="•"/>
            </a:pPr>
            <a:r>
              <a:rPr lang="en-US" sz="1400">
                <a:latin typeface="Times New Roman"/>
                <a:ea typeface="Times New Roman"/>
                <a:cs typeface="Times New Roman"/>
                <a:sym typeface="Times New Roman"/>
              </a:rPr>
              <a:t>The system shall provide a visible processing status and progress indicator on the dashboard while the recording is analyzed. </a:t>
            </a:r>
            <a:endParaRPr sz="650"/>
          </a:p>
          <a:p>
            <a:pPr marL="457200" lvl="0" indent="-228600" algn="l" rtl="0">
              <a:lnSpc>
                <a:spcPct val="80000"/>
              </a:lnSpc>
              <a:spcBef>
                <a:spcPts val="1000"/>
              </a:spcBef>
              <a:spcAft>
                <a:spcPts val="0"/>
              </a:spcAft>
              <a:buSzPts val="1800"/>
              <a:buNone/>
            </a:pPr>
            <a:endParaRPr sz="450"/>
          </a:p>
        </p:txBody>
      </p:sp>
      <p:sp>
        <p:nvSpPr>
          <p:cNvPr id="466" name="Google Shape;466;p52"/>
          <p:cNvSpPr txBox="1">
            <a:spLocks noGrp="1"/>
          </p:cNvSpPr>
          <p:nvPr>
            <p:ph type="ftr" idx="11"/>
          </p:nvPr>
        </p:nvSpPr>
        <p:spPr>
          <a:xfrm>
            <a:off x="9587420" y="6492875"/>
            <a:ext cx="7619999" cy="365125"/>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SzPts val="1400"/>
              <a:buNone/>
            </a:pPr>
            <a:r>
              <a:rPr lang="en-US"/>
              <a:t>Riphah School of Conputing &amp; Innovation</a:t>
            </a:r>
            <a:endParaRPr/>
          </a:p>
        </p:txBody>
      </p:sp>
      <p:pic>
        <p:nvPicPr>
          <p:cNvPr id="467" name="Google Shape;467;p52"/>
          <p:cNvPicPr preferRelativeResize="0"/>
          <p:nvPr/>
        </p:nvPicPr>
        <p:blipFill rotWithShape="1">
          <a:blip r:embed="rId3">
            <a:alphaModFix/>
          </a:blip>
          <a:srcRect l="9138" t="17177" r="11995" b="4953"/>
          <a:stretch/>
        </p:blipFill>
        <p:spPr>
          <a:xfrm>
            <a:off x="11107344" y="203981"/>
            <a:ext cx="807993" cy="780757"/>
          </a:xfrm>
          <a:prstGeom prst="ellipse">
            <a:avLst/>
          </a:prstGeom>
          <a:noFill/>
          <a:ln>
            <a:noFill/>
          </a:ln>
        </p:spPr>
      </p:pic>
      <p:sp>
        <p:nvSpPr>
          <p:cNvPr id="468" name="Google Shape;468;p52"/>
          <p:cNvSpPr txBox="1"/>
          <p:nvPr/>
        </p:nvSpPr>
        <p:spPr>
          <a:xfrm>
            <a:off x="4210304" y="661593"/>
            <a:ext cx="6705600" cy="6465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3600"/>
              <a:buFont typeface="Arial"/>
              <a:buNone/>
            </a:pPr>
            <a:r>
              <a:rPr lang="en-US" sz="3600" b="1" i="0" u="none" strike="noStrike" cap="none">
                <a:solidFill>
                  <a:schemeClr val="dk2"/>
                </a:solidFill>
                <a:latin typeface="Times New Roman"/>
                <a:ea typeface="Times New Roman"/>
                <a:cs typeface="Times New Roman"/>
                <a:sym typeface="Times New Roman"/>
              </a:rPr>
              <a:t>Functional </a:t>
            </a:r>
            <a:r>
              <a:rPr lang="en-US" sz="3600" b="1">
                <a:solidFill>
                  <a:schemeClr val="dk2"/>
                </a:solidFill>
                <a:latin typeface="Times New Roman"/>
                <a:ea typeface="Times New Roman"/>
                <a:cs typeface="Times New Roman"/>
                <a:sym typeface="Times New Roman"/>
              </a:rPr>
              <a:t>Requirements</a:t>
            </a:r>
            <a:endParaRPr sz="1400" b="0" i="0" u="none" strike="noStrike" cap="none">
              <a:solidFill>
                <a:srgbClr val="000000"/>
              </a:solidFill>
              <a:latin typeface="Arial"/>
              <a:ea typeface="Arial"/>
              <a:cs typeface="Arial"/>
              <a:sym typeface="Arial"/>
            </a:endParaRPr>
          </a:p>
        </p:txBody>
      </p:sp>
      <p:sp>
        <p:nvSpPr>
          <p:cNvPr id="469" name="Google Shape;469;p52"/>
          <p:cNvSpPr txBox="1"/>
          <p:nvPr/>
        </p:nvSpPr>
        <p:spPr>
          <a:xfrm>
            <a:off x="2589212" y="1871990"/>
            <a:ext cx="3816096" cy="615553"/>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1800" b="1" i="0" u="none" strike="noStrike" cap="none">
                <a:solidFill>
                  <a:srgbClr val="000000"/>
                </a:solidFill>
                <a:latin typeface="Times New Roman"/>
                <a:ea typeface="Times New Roman"/>
                <a:cs typeface="Times New Roman"/>
                <a:sym typeface="Times New Roman"/>
              </a:rPr>
              <a:t>Voice Capture (Record &amp; Upload) </a:t>
            </a:r>
            <a:endParaRPr sz="1800" b="0" i="0" u="none" strike="noStrike" cap="none">
              <a:solidFill>
                <a:srgbClr val="000000"/>
              </a:solidFill>
              <a:latin typeface="Times New Roman"/>
              <a:ea typeface="Times New Roman"/>
              <a:cs typeface="Times New Roman"/>
              <a:sym typeface="Times New Roman"/>
            </a:endParaRPr>
          </a:p>
          <a:p>
            <a:pPr marL="0" marR="0" lvl="0" indent="0" algn="l" rtl="0">
              <a:lnSpc>
                <a:spcPct val="100000"/>
              </a:lnSpc>
              <a:spcBef>
                <a:spcPts val="0"/>
              </a:spcBef>
              <a:spcAft>
                <a:spcPts val="0"/>
              </a:spcAft>
              <a:buNone/>
            </a:pPr>
            <a:endParaRPr sz="1600" b="0" i="0" u="none" strike="noStrike" cap="none">
              <a:solidFill>
                <a:srgbClr val="000000"/>
              </a:solidFill>
              <a:latin typeface="Times New Roman"/>
              <a:ea typeface="Times New Roman"/>
              <a:cs typeface="Times New Roman"/>
              <a:sym typeface="Times New Roman"/>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473"/>
        <p:cNvGrpSpPr/>
        <p:nvPr/>
      </p:nvGrpSpPr>
      <p:grpSpPr>
        <a:xfrm>
          <a:off x="0" y="0"/>
          <a:ext cx="0" cy="0"/>
          <a:chOff x="0" y="0"/>
          <a:chExt cx="0" cy="0"/>
        </a:xfrm>
      </p:grpSpPr>
      <p:sp>
        <p:nvSpPr>
          <p:cNvPr id="474" name="Google Shape;474;p53"/>
          <p:cNvSpPr txBox="1">
            <a:spLocks noGrp="1"/>
          </p:cNvSpPr>
          <p:nvPr>
            <p:ph type="body" idx="1"/>
          </p:nvPr>
        </p:nvSpPr>
        <p:spPr>
          <a:xfrm>
            <a:off x="2069125" y="2060975"/>
            <a:ext cx="4421400" cy="3850200"/>
          </a:xfrm>
          <a:prstGeom prst="rect">
            <a:avLst/>
          </a:prstGeom>
          <a:noFill/>
          <a:ln>
            <a:noFill/>
          </a:ln>
        </p:spPr>
        <p:txBody>
          <a:bodyPr spcFirstLastPara="1" wrap="square" lIns="91425" tIns="45700" rIns="91425" bIns="45700" anchor="t" anchorCtr="0">
            <a:noAutofit/>
          </a:bodyPr>
          <a:lstStyle/>
          <a:p>
            <a:pPr marL="114300" lvl="0" indent="0" algn="l" rtl="0">
              <a:lnSpc>
                <a:spcPct val="100000"/>
              </a:lnSpc>
              <a:spcBef>
                <a:spcPts val="1000"/>
              </a:spcBef>
              <a:spcAft>
                <a:spcPts val="0"/>
              </a:spcAft>
              <a:buSzPts val="1800"/>
              <a:buNone/>
            </a:pPr>
            <a:r>
              <a:rPr lang="en-US" dirty="0">
                <a:latin typeface="Times New Roman" panose="02020603050405020304" pitchFamily="18" charset="0"/>
                <a:cs typeface="Times New Roman" panose="02020603050405020304" pitchFamily="18" charset="0"/>
              </a:rPr>
              <a:t>●  System receives preprocessed audio -&gt; feature extraction -&gt; model predicts events -&gt; system returns a list of detected events with start and end times and confidence. </a:t>
            </a:r>
            <a:endParaRPr dirty="0">
              <a:latin typeface="Times New Roman" panose="02020603050405020304" pitchFamily="18" charset="0"/>
              <a:cs typeface="Times New Roman" panose="02020603050405020304" pitchFamily="18" charset="0"/>
            </a:endParaRPr>
          </a:p>
          <a:p>
            <a:pPr marL="114300" lvl="0" indent="0" algn="l" rtl="0">
              <a:lnSpc>
                <a:spcPct val="100000"/>
              </a:lnSpc>
              <a:spcBef>
                <a:spcPts val="1000"/>
              </a:spcBef>
              <a:spcAft>
                <a:spcPts val="0"/>
              </a:spcAft>
              <a:buSzPts val="1800"/>
              <a:buNone/>
            </a:pPr>
            <a:r>
              <a:rPr lang="en-US" dirty="0">
                <a:latin typeface="Times New Roman" panose="02020603050405020304" pitchFamily="18" charset="0"/>
                <a:cs typeface="Times New Roman" panose="02020603050405020304" pitchFamily="18" charset="0"/>
              </a:rPr>
              <a:t>●  User requests re-analysis with adjusted sensitivity -&gt; system re-runs detection with the new threshold and updates the report. </a:t>
            </a:r>
            <a:endParaRPr dirty="0">
              <a:latin typeface="Times New Roman" panose="02020603050405020304" pitchFamily="18" charset="0"/>
              <a:cs typeface="Times New Roman" panose="02020603050405020304" pitchFamily="18" charset="0"/>
            </a:endParaRPr>
          </a:p>
        </p:txBody>
      </p:sp>
      <p:sp>
        <p:nvSpPr>
          <p:cNvPr id="475" name="Google Shape;475;p53"/>
          <p:cNvSpPr txBox="1">
            <a:spLocks noGrp="1"/>
          </p:cNvSpPr>
          <p:nvPr>
            <p:ph type="body" idx="2"/>
          </p:nvPr>
        </p:nvSpPr>
        <p:spPr>
          <a:xfrm>
            <a:off x="7021625" y="1818450"/>
            <a:ext cx="4893900" cy="3850200"/>
          </a:xfrm>
          <a:prstGeom prst="rect">
            <a:avLst/>
          </a:prstGeom>
          <a:noFill/>
          <a:ln>
            <a:noFill/>
          </a:ln>
        </p:spPr>
        <p:txBody>
          <a:bodyPr spcFirstLastPara="1" wrap="square" lIns="91425" tIns="45700" rIns="91425" bIns="45700" anchor="t" anchorCtr="0">
            <a:noAutofit/>
          </a:bodyPr>
          <a:lstStyle/>
          <a:p>
            <a:pPr marL="114300" lvl="0" indent="0" algn="l" rtl="0">
              <a:lnSpc>
                <a:spcPct val="80000"/>
              </a:lnSpc>
              <a:spcBef>
                <a:spcPts val="1000"/>
              </a:spcBef>
              <a:spcAft>
                <a:spcPts val="0"/>
              </a:spcAft>
              <a:buSzPts val="1800"/>
              <a:buNone/>
            </a:pPr>
            <a:r>
              <a:rPr lang="en-US" sz="1829" dirty="0"/>
              <a:t>● The system shall detect dysfluency events in a recording and return a list of events with type, start time, end time, and confidence score. </a:t>
            </a:r>
            <a:endParaRPr sz="4380" dirty="0"/>
          </a:p>
          <a:p>
            <a:pPr marL="114300" lvl="0" indent="0" algn="l" rtl="0">
              <a:lnSpc>
                <a:spcPct val="80000"/>
              </a:lnSpc>
              <a:spcBef>
                <a:spcPts val="1000"/>
              </a:spcBef>
              <a:spcAft>
                <a:spcPts val="0"/>
              </a:spcAft>
              <a:buSzPts val="1800"/>
              <a:buNone/>
            </a:pPr>
            <a:r>
              <a:rPr lang="en-US" sz="1829" dirty="0"/>
              <a:t>● The system shall classify events into at least: Block, Sound Repetition, Word Repetition, Prolongation, and Interjection. </a:t>
            </a:r>
            <a:endParaRPr sz="4380" dirty="0"/>
          </a:p>
          <a:p>
            <a:pPr marL="114300" lvl="0" indent="0" algn="l" rtl="0">
              <a:lnSpc>
                <a:spcPct val="80000"/>
              </a:lnSpc>
              <a:spcBef>
                <a:spcPts val="1000"/>
              </a:spcBef>
              <a:spcAft>
                <a:spcPts val="0"/>
              </a:spcAft>
              <a:buSzPts val="1800"/>
              <a:buNone/>
            </a:pPr>
            <a:r>
              <a:rPr lang="en-US" sz="1829" dirty="0"/>
              <a:t>● The system shall support configurable detection sensitivity (threshold) and return results annotated with model confidence. </a:t>
            </a:r>
            <a:endParaRPr sz="4380" dirty="0"/>
          </a:p>
          <a:p>
            <a:pPr marL="114300" lvl="0" indent="0" algn="l" rtl="0">
              <a:lnSpc>
                <a:spcPct val="80000"/>
              </a:lnSpc>
              <a:spcBef>
                <a:spcPts val="1000"/>
              </a:spcBef>
              <a:spcAft>
                <a:spcPts val="0"/>
              </a:spcAft>
              <a:buSzPts val="1800"/>
              <a:buNone/>
            </a:pPr>
            <a:r>
              <a:rPr lang="en-US" sz="1829" dirty="0"/>
              <a:t>● The system shall provide per-segment (e.g., 0.5–1s windows) predictions to support fine-grained highlighting. </a:t>
            </a:r>
            <a:endParaRPr sz="4380" dirty="0"/>
          </a:p>
          <a:p>
            <a:pPr marL="457200" lvl="0" indent="-228600" algn="l" rtl="0">
              <a:lnSpc>
                <a:spcPct val="80000"/>
              </a:lnSpc>
              <a:spcBef>
                <a:spcPts val="1000"/>
              </a:spcBef>
              <a:spcAft>
                <a:spcPts val="0"/>
              </a:spcAft>
              <a:buSzPts val="1800"/>
              <a:buNone/>
            </a:pPr>
            <a:endParaRPr sz="1629" dirty="0"/>
          </a:p>
        </p:txBody>
      </p:sp>
      <p:sp>
        <p:nvSpPr>
          <p:cNvPr id="476" name="Google Shape;476;p53"/>
          <p:cNvSpPr txBox="1">
            <a:spLocks noGrp="1"/>
          </p:cNvSpPr>
          <p:nvPr>
            <p:ph type="ftr" idx="11"/>
          </p:nvPr>
        </p:nvSpPr>
        <p:spPr>
          <a:xfrm>
            <a:off x="9587420" y="6492875"/>
            <a:ext cx="7619999" cy="365125"/>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SzPts val="1400"/>
              <a:buNone/>
            </a:pPr>
            <a:r>
              <a:rPr lang="en-US"/>
              <a:t>Riphah School of Conputing &amp; Innovation</a:t>
            </a:r>
            <a:endParaRPr/>
          </a:p>
        </p:txBody>
      </p:sp>
      <p:pic>
        <p:nvPicPr>
          <p:cNvPr id="477" name="Google Shape;477;p53"/>
          <p:cNvPicPr preferRelativeResize="0"/>
          <p:nvPr/>
        </p:nvPicPr>
        <p:blipFill rotWithShape="1">
          <a:blip r:embed="rId3">
            <a:alphaModFix/>
          </a:blip>
          <a:srcRect l="9138" t="17177" r="11995" b="4953"/>
          <a:stretch/>
        </p:blipFill>
        <p:spPr>
          <a:xfrm>
            <a:off x="11107344" y="203981"/>
            <a:ext cx="807993" cy="780757"/>
          </a:xfrm>
          <a:prstGeom prst="ellipse">
            <a:avLst/>
          </a:prstGeom>
          <a:noFill/>
          <a:ln>
            <a:noFill/>
          </a:ln>
        </p:spPr>
      </p:pic>
      <p:sp>
        <p:nvSpPr>
          <p:cNvPr id="478" name="Google Shape;478;p53"/>
          <p:cNvSpPr txBox="1"/>
          <p:nvPr/>
        </p:nvSpPr>
        <p:spPr>
          <a:xfrm>
            <a:off x="4210304" y="661593"/>
            <a:ext cx="6705600" cy="64629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3600"/>
              <a:buFont typeface="Arial"/>
              <a:buNone/>
            </a:pPr>
            <a:r>
              <a:rPr lang="en-US" sz="3600" b="1" i="0" u="none" strike="noStrike" cap="none" dirty="0">
                <a:solidFill>
                  <a:schemeClr val="dk2"/>
                </a:solidFill>
                <a:latin typeface="Times New Roman"/>
                <a:ea typeface="Times New Roman"/>
                <a:cs typeface="Times New Roman"/>
                <a:sym typeface="Times New Roman"/>
              </a:rPr>
              <a:t>Functional Requirements</a:t>
            </a:r>
            <a:endParaRPr sz="1400" b="0" i="0" u="none" strike="noStrike" cap="none" dirty="0">
              <a:solidFill>
                <a:srgbClr val="000000"/>
              </a:solidFill>
              <a:latin typeface="Arial"/>
              <a:ea typeface="Arial"/>
              <a:cs typeface="Arial"/>
              <a:sym typeface="Arial"/>
            </a:endParaRPr>
          </a:p>
        </p:txBody>
      </p:sp>
      <p:sp>
        <p:nvSpPr>
          <p:cNvPr id="479" name="Google Shape;479;p53"/>
          <p:cNvSpPr txBox="1"/>
          <p:nvPr/>
        </p:nvSpPr>
        <p:spPr>
          <a:xfrm>
            <a:off x="2259512" y="1536070"/>
            <a:ext cx="4123500" cy="3693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1800" b="1" i="0" u="none" strike="noStrike" cap="none">
                <a:solidFill>
                  <a:srgbClr val="000000"/>
                </a:solidFill>
                <a:latin typeface="Times New Roman"/>
                <a:ea typeface="Times New Roman"/>
                <a:cs typeface="Times New Roman"/>
                <a:sym typeface="Times New Roman"/>
              </a:rPr>
              <a:t>Dysfluency Detection &amp; Classification </a:t>
            </a:r>
            <a:endParaRPr sz="1800" b="0" i="0" u="none" strike="noStrike" cap="none">
              <a:solidFill>
                <a:srgbClr val="000000"/>
              </a:solidFill>
              <a:latin typeface="Times New Roman"/>
              <a:ea typeface="Times New Roman"/>
              <a:cs typeface="Times New Roman"/>
              <a:sym typeface="Times New Roman"/>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483"/>
        <p:cNvGrpSpPr/>
        <p:nvPr/>
      </p:nvGrpSpPr>
      <p:grpSpPr>
        <a:xfrm>
          <a:off x="0" y="0"/>
          <a:ext cx="0" cy="0"/>
          <a:chOff x="0" y="0"/>
          <a:chExt cx="0" cy="0"/>
        </a:xfrm>
      </p:grpSpPr>
      <p:sp>
        <p:nvSpPr>
          <p:cNvPr id="484" name="Google Shape;484;p54"/>
          <p:cNvSpPr txBox="1">
            <a:spLocks noGrp="1"/>
          </p:cNvSpPr>
          <p:nvPr>
            <p:ph type="body" idx="1"/>
          </p:nvPr>
        </p:nvSpPr>
        <p:spPr>
          <a:xfrm>
            <a:off x="2589212" y="2133600"/>
            <a:ext cx="4313864" cy="3777622"/>
          </a:xfrm>
          <a:prstGeom prst="rect">
            <a:avLst/>
          </a:prstGeom>
          <a:noFill/>
          <a:ln>
            <a:noFill/>
          </a:ln>
        </p:spPr>
        <p:txBody>
          <a:bodyPr spcFirstLastPara="1" wrap="square" lIns="91425" tIns="45700" rIns="91425" bIns="45700" anchor="t" anchorCtr="0">
            <a:noAutofit/>
          </a:bodyPr>
          <a:lstStyle/>
          <a:p>
            <a:pPr marL="514350" lvl="0" indent="-400050" algn="l" rtl="0">
              <a:lnSpc>
                <a:spcPct val="100000"/>
              </a:lnSpc>
              <a:spcBef>
                <a:spcPts val="1000"/>
              </a:spcBef>
              <a:spcAft>
                <a:spcPts val="0"/>
              </a:spcAft>
              <a:buSzPts val="1800"/>
              <a:buFont typeface="Arial"/>
              <a:buAutoNum type="romanUcPeriod"/>
            </a:pPr>
            <a:r>
              <a:rPr lang="en-US" b="1">
                <a:latin typeface="Times New Roman"/>
                <a:ea typeface="Times New Roman"/>
                <a:cs typeface="Times New Roman"/>
                <a:sym typeface="Times New Roman"/>
              </a:rPr>
              <a:t>Performance Requirements </a:t>
            </a:r>
            <a:endParaRPr>
              <a:latin typeface="Times New Roman"/>
              <a:ea typeface="Times New Roman"/>
              <a:cs typeface="Times New Roman"/>
              <a:sym typeface="Times New Roman"/>
            </a:endParaRPr>
          </a:p>
          <a:p>
            <a:pPr marL="514350" lvl="0" indent="-285750" algn="l" rtl="0">
              <a:lnSpc>
                <a:spcPct val="100000"/>
              </a:lnSpc>
              <a:spcBef>
                <a:spcPts val="1000"/>
              </a:spcBef>
              <a:spcAft>
                <a:spcPts val="0"/>
              </a:spcAft>
              <a:buSzPts val="1800"/>
              <a:buFont typeface="Arial"/>
              <a:buNone/>
            </a:pPr>
            <a:endParaRPr b="1">
              <a:latin typeface="Times New Roman"/>
              <a:ea typeface="Times New Roman"/>
              <a:cs typeface="Times New Roman"/>
              <a:sym typeface="Times New Roman"/>
            </a:endParaRPr>
          </a:p>
          <a:p>
            <a:pPr marL="514350" lvl="0" indent="-285750" algn="l" rtl="0">
              <a:lnSpc>
                <a:spcPct val="100000"/>
              </a:lnSpc>
              <a:spcBef>
                <a:spcPts val="1000"/>
              </a:spcBef>
              <a:spcAft>
                <a:spcPts val="0"/>
              </a:spcAft>
              <a:buSzPts val="1800"/>
              <a:buFont typeface="Arial"/>
              <a:buNone/>
            </a:pPr>
            <a:endParaRPr b="1">
              <a:latin typeface="Times New Roman"/>
              <a:ea typeface="Times New Roman"/>
              <a:cs typeface="Times New Roman"/>
              <a:sym typeface="Times New Roman"/>
            </a:endParaRPr>
          </a:p>
          <a:p>
            <a:pPr marL="514350" lvl="0" indent="-400050" algn="l" rtl="0">
              <a:lnSpc>
                <a:spcPct val="100000"/>
              </a:lnSpc>
              <a:spcBef>
                <a:spcPts val="1000"/>
              </a:spcBef>
              <a:spcAft>
                <a:spcPts val="0"/>
              </a:spcAft>
              <a:buSzPts val="1800"/>
              <a:buFont typeface="Arial"/>
              <a:buAutoNum type="romanUcPeriod"/>
            </a:pPr>
            <a:r>
              <a:rPr lang="en-US" b="1">
                <a:latin typeface="Times New Roman"/>
                <a:ea typeface="Times New Roman"/>
                <a:cs typeface="Times New Roman"/>
                <a:sym typeface="Times New Roman"/>
              </a:rPr>
              <a:t>Safety Requirements </a:t>
            </a:r>
            <a:endParaRPr>
              <a:latin typeface="Times New Roman"/>
              <a:ea typeface="Times New Roman"/>
              <a:cs typeface="Times New Roman"/>
              <a:sym typeface="Times New Roman"/>
            </a:endParaRPr>
          </a:p>
          <a:p>
            <a:pPr marL="514350" lvl="0" indent="-285750" algn="l" rtl="0">
              <a:lnSpc>
                <a:spcPct val="100000"/>
              </a:lnSpc>
              <a:spcBef>
                <a:spcPts val="1000"/>
              </a:spcBef>
              <a:spcAft>
                <a:spcPts val="0"/>
              </a:spcAft>
              <a:buSzPts val="1800"/>
              <a:buFont typeface="Arial"/>
              <a:buNone/>
            </a:pPr>
            <a:endParaRPr b="1">
              <a:latin typeface="Times New Roman"/>
              <a:ea typeface="Times New Roman"/>
              <a:cs typeface="Times New Roman"/>
              <a:sym typeface="Times New Roman"/>
            </a:endParaRPr>
          </a:p>
          <a:p>
            <a:pPr marL="514350" lvl="0" indent="-285750" algn="l" rtl="0">
              <a:lnSpc>
                <a:spcPct val="100000"/>
              </a:lnSpc>
              <a:spcBef>
                <a:spcPts val="1000"/>
              </a:spcBef>
              <a:spcAft>
                <a:spcPts val="0"/>
              </a:spcAft>
              <a:buSzPts val="1800"/>
              <a:buFont typeface="Arial"/>
              <a:buNone/>
            </a:pPr>
            <a:endParaRPr b="1">
              <a:latin typeface="Times New Roman"/>
              <a:ea typeface="Times New Roman"/>
              <a:cs typeface="Times New Roman"/>
              <a:sym typeface="Times New Roman"/>
            </a:endParaRPr>
          </a:p>
          <a:p>
            <a:pPr marL="514350" lvl="0" indent="-400050" algn="l" rtl="0">
              <a:lnSpc>
                <a:spcPct val="100000"/>
              </a:lnSpc>
              <a:spcBef>
                <a:spcPts val="1000"/>
              </a:spcBef>
              <a:spcAft>
                <a:spcPts val="0"/>
              </a:spcAft>
              <a:buSzPts val="1800"/>
              <a:buFont typeface="Arial"/>
              <a:buAutoNum type="romanUcPeriod"/>
            </a:pPr>
            <a:r>
              <a:rPr lang="en-US" b="1">
                <a:latin typeface="Times New Roman"/>
                <a:ea typeface="Times New Roman"/>
                <a:cs typeface="Times New Roman"/>
                <a:sym typeface="Times New Roman"/>
              </a:rPr>
              <a:t>Security Requirements </a:t>
            </a:r>
            <a:endParaRPr>
              <a:latin typeface="Times New Roman"/>
              <a:ea typeface="Times New Roman"/>
              <a:cs typeface="Times New Roman"/>
              <a:sym typeface="Times New Roman"/>
            </a:endParaRPr>
          </a:p>
          <a:p>
            <a:pPr marL="114300" lvl="0" indent="0" algn="l" rtl="0">
              <a:lnSpc>
                <a:spcPct val="100000"/>
              </a:lnSpc>
              <a:spcBef>
                <a:spcPts val="1000"/>
              </a:spcBef>
              <a:spcAft>
                <a:spcPts val="0"/>
              </a:spcAft>
              <a:buSzPts val="1800"/>
              <a:buNone/>
            </a:pPr>
            <a:endParaRPr/>
          </a:p>
        </p:txBody>
      </p:sp>
      <p:sp>
        <p:nvSpPr>
          <p:cNvPr id="485" name="Google Shape;485;p54"/>
          <p:cNvSpPr txBox="1">
            <a:spLocks noGrp="1"/>
          </p:cNvSpPr>
          <p:nvPr>
            <p:ph type="body" idx="2"/>
          </p:nvPr>
        </p:nvSpPr>
        <p:spPr>
          <a:xfrm>
            <a:off x="6238050" y="1850000"/>
            <a:ext cx="5173500" cy="4419000"/>
          </a:xfrm>
          <a:prstGeom prst="rect">
            <a:avLst/>
          </a:prstGeom>
          <a:noFill/>
          <a:ln>
            <a:noFill/>
          </a:ln>
        </p:spPr>
        <p:txBody>
          <a:bodyPr spcFirstLastPara="1" wrap="square" lIns="91425" tIns="45700" rIns="91425" bIns="45700" anchor="t" anchorCtr="0">
            <a:noAutofit/>
          </a:bodyPr>
          <a:lstStyle/>
          <a:p>
            <a:pPr marL="457200" lvl="0" indent="-346363" algn="l" rtl="0">
              <a:lnSpc>
                <a:spcPct val="100000"/>
              </a:lnSpc>
              <a:spcBef>
                <a:spcPts val="1000"/>
              </a:spcBef>
              <a:spcAft>
                <a:spcPts val="0"/>
              </a:spcAft>
              <a:buSzPts val="1855"/>
              <a:buFont typeface="Noto Sans Symbols"/>
              <a:buChar char="▪"/>
            </a:pPr>
            <a:r>
              <a:rPr lang="en-US" sz="1250">
                <a:latin typeface="Times New Roman"/>
                <a:ea typeface="Times New Roman"/>
                <a:cs typeface="Times New Roman"/>
                <a:sym typeface="Times New Roman"/>
              </a:rPr>
              <a:t>The speech analysis engine shall maintain an accuracy rate in detecting stuttering or disfluencies based on trained models. </a:t>
            </a:r>
            <a:endParaRPr sz="1155"/>
          </a:p>
          <a:p>
            <a:pPr marL="457200" lvl="0" indent="-346363" algn="l" rtl="0">
              <a:lnSpc>
                <a:spcPct val="100000"/>
              </a:lnSpc>
              <a:spcBef>
                <a:spcPts val="1000"/>
              </a:spcBef>
              <a:spcAft>
                <a:spcPts val="0"/>
              </a:spcAft>
              <a:buSzPts val="1855"/>
              <a:buFont typeface="Noto Sans Symbols"/>
              <a:buChar char="▪"/>
            </a:pPr>
            <a:r>
              <a:rPr lang="en-US" sz="1250">
                <a:latin typeface="Times New Roman"/>
                <a:ea typeface="Times New Roman"/>
                <a:cs typeface="Times New Roman"/>
                <a:sym typeface="Times New Roman"/>
              </a:rPr>
              <a:t>The feedback and progress dashboard shall be updated following completion of analysis or exercises. </a:t>
            </a:r>
            <a:endParaRPr sz="1155"/>
          </a:p>
          <a:p>
            <a:pPr marL="457200" lvl="0" indent="-228600" algn="l" rtl="0">
              <a:lnSpc>
                <a:spcPct val="100000"/>
              </a:lnSpc>
              <a:spcBef>
                <a:spcPts val="1000"/>
              </a:spcBef>
              <a:spcAft>
                <a:spcPts val="0"/>
              </a:spcAft>
              <a:buSzPts val="1555"/>
              <a:buFont typeface="Noto Sans Symbols"/>
              <a:buNone/>
            </a:pPr>
            <a:endParaRPr sz="1250">
              <a:latin typeface="Times New Roman"/>
              <a:ea typeface="Times New Roman"/>
              <a:cs typeface="Times New Roman"/>
              <a:sym typeface="Times New Roman"/>
            </a:endParaRPr>
          </a:p>
          <a:p>
            <a:pPr marL="457200" lvl="0" indent="-346363" algn="l" rtl="0">
              <a:lnSpc>
                <a:spcPct val="100000"/>
              </a:lnSpc>
              <a:spcBef>
                <a:spcPts val="1000"/>
              </a:spcBef>
              <a:spcAft>
                <a:spcPts val="0"/>
              </a:spcAft>
              <a:buSzPts val="1855"/>
              <a:buFont typeface="Noto Sans Symbols"/>
              <a:buChar char="▪"/>
            </a:pPr>
            <a:r>
              <a:rPr lang="en-US" sz="1250">
                <a:latin typeface="Times New Roman"/>
                <a:ea typeface="Times New Roman"/>
                <a:cs typeface="Times New Roman"/>
                <a:sym typeface="Times New Roman"/>
              </a:rPr>
              <a:t>The system shall not provide any medical diagnosis or clinical treatment suggestions; it will serve as an assistive educational tool only. </a:t>
            </a:r>
            <a:endParaRPr sz="1155"/>
          </a:p>
          <a:p>
            <a:pPr marL="457200" lvl="0" indent="-346363" algn="l" rtl="0">
              <a:lnSpc>
                <a:spcPct val="100000"/>
              </a:lnSpc>
              <a:spcBef>
                <a:spcPts val="1000"/>
              </a:spcBef>
              <a:spcAft>
                <a:spcPts val="0"/>
              </a:spcAft>
              <a:buSzPts val="1855"/>
              <a:buFont typeface="Noto Sans Symbols"/>
              <a:buChar char="▪"/>
            </a:pPr>
            <a:r>
              <a:rPr lang="en-US" sz="1250">
                <a:latin typeface="Times New Roman"/>
                <a:ea typeface="Times New Roman"/>
                <a:cs typeface="Times New Roman"/>
                <a:sym typeface="Times New Roman"/>
              </a:rPr>
              <a:t> All AI-generated suggestions shall include a disclaimer recommending consultation. </a:t>
            </a:r>
            <a:endParaRPr sz="1155"/>
          </a:p>
          <a:p>
            <a:pPr marL="457200" lvl="0" indent="-228600" algn="l" rtl="0">
              <a:lnSpc>
                <a:spcPct val="100000"/>
              </a:lnSpc>
              <a:spcBef>
                <a:spcPts val="1000"/>
              </a:spcBef>
              <a:spcAft>
                <a:spcPts val="0"/>
              </a:spcAft>
              <a:buSzPts val="1555"/>
              <a:buFont typeface="Noto Sans Symbols"/>
              <a:buNone/>
            </a:pPr>
            <a:endParaRPr sz="1250">
              <a:latin typeface="Times New Roman"/>
              <a:ea typeface="Times New Roman"/>
              <a:cs typeface="Times New Roman"/>
              <a:sym typeface="Times New Roman"/>
            </a:endParaRPr>
          </a:p>
          <a:p>
            <a:pPr marL="457200" lvl="0" indent="-346363" algn="l" rtl="0">
              <a:lnSpc>
                <a:spcPct val="100000"/>
              </a:lnSpc>
              <a:spcBef>
                <a:spcPts val="1000"/>
              </a:spcBef>
              <a:spcAft>
                <a:spcPts val="0"/>
              </a:spcAft>
              <a:buSzPts val="1855"/>
              <a:buFont typeface="Noto Sans Symbols"/>
              <a:buChar char="▪"/>
            </a:pPr>
            <a:r>
              <a:rPr lang="en-US" sz="1250">
                <a:latin typeface="Times New Roman"/>
                <a:ea typeface="Times New Roman"/>
                <a:cs typeface="Times New Roman"/>
                <a:sym typeface="Times New Roman"/>
              </a:rPr>
              <a:t>All communication between the client and server shall be protected using encryption. </a:t>
            </a:r>
            <a:endParaRPr sz="1155"/>
          </a:p>
          <a:p>
            <a:pPr marL="457200" lvl="0" indent="-346363" algn="l" rtl="0">
              <a:lnSpc>
                <a:spcPct val="100000"/>
              </a:lnSpc>
              <a:spcBef>
                <a:spcPts val="1000"/>
              </a:spcBef>
              <a:spcAft>
                <a:spcPts val="0"/>
              </a:spcAft>
              <a:buSzPts val="1855"/>
              <a:buFont typeface="Noto Sans Symbols"/>
              <a:buChar char="▪"/>
            </a:pPr>
            <a:r>
              <a:rPr lang="en-US" sz="1250">
                <a:latin typeface="Times New Roman"/>
                <a:ea typeface="Times New Roman"/>
                <a:cs typeface="Times New Roman"/>
                <a:sym typeface="Times New Roman"/>
              </a:rPr>
              <a:t>User audio recordings and analysis results shall be stored in encrypted format in the database. </a:t>
            </a:r>
            <a:endParaRPr sz="1155"/>
          </a:p>
          <a:p>
            <a:pPr marL="457200" lvl="0" indent="-228600" algn="l" rtl="0">
              <a:lnSpc>
                <a:spcPct val="100000"/>
              </a:lnSpc>
              <a:spcBef>
                <a:spcPts val="1000"/>
              </a:spcBef>
              <a:spcAft>
                <a:spcPts val="0"/>
              </a:spcAft>
              <a:buSzPts val="1555"/>
              <a:buNone/>
            </a:pPr>
            <a:endParaRPr sz="917"/>
          </a:p>
          <a:p>
            <a:pPr marL="457200" lvl="0" indent="-228600" algn="l" rtl="0">
              <a:lnSpc>
                <a:spcPct val="100000"/>
              </a:lnSpc>
              <a:spcBef>
                <a:spcPts val="1000"/>
              </a:spcBef>
              <a:spcAft>
                <a:spcPts val="0"/>
              </a:spcAft>
              <a:buSzPts val="1555"/>
              <a:buNone/>
            </a:pPr>
            <a:endParaRPr sz="1155"/>
          </a:p>
        </p:txBody>
      </p:sp>
      <p:sp>
        <p:nvSpPr>
          <p:cNvPr id="486" name="Google Shape;486;p54"/>
          <p:cNvSpPr txBox="1">
            <a:spLocks noGrp="1"/>
          </p:cNvSpPr>
          <p:nvPr>
            <p:ph type="ftr" idx="11"/>
          </p:nvPr>
        </p:nvSpPr>
        <p:spPr>
          <a:xfrm>
            <a:off x="9587420" y="6492875"/>
            <a:ext cx="7619999" cy="365125"/>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SzPts val="1400"/>
              <a:buNone/>
            </a:pPr>
            <a:r>
              <a:rPr lang="en-US"/>
              <a:t>Riphah School of Conputing &amp; Innovation</a:t>
            </a:r>
            <a:endParaRPr/>
          </a:p>
        </p:txBody>
      </p:sp>
      <p:pic>
        <p:nvPicPr>
          <p:cNvPr id="487" name="Google Shape;487;p54"/>
          <p:cNvPicPr preferRelativeResize="0"/>
          <p:nvPr/>
        </p:nvPicPr>
        <p:blipFill rotWithShape="1">
          <a:blip r:embed="rId3">
            <a:alphaModFix/>
          </a:blip>
          <a:srcRect l="9138" t="17177" r="11995" b="4953"/>
          <a:stretch/>
        </p:blipFill>
        <p:spPr>
          <a:xfrm>
            <a:off x="11107344" y="203981"/>
            <a:ext cx="807993" cy="780757"/>
          </a:xfrm>
          <a:prstGeom prst="ellipse">
            <a:avLst/>
          </a:prstGeom>
          <a:noFill/>
          <a:ln>
            <a:noFill/>
          </a:ln>
        </p:spPr>
      </p:pic>
      <p:sp>
        <p:nvSpPr>
          <p:cNvPr id="488" name="Google Shape;488;p54"/>
          <p:cNvSpPr txBox="1"/>
          <p:nvPr/>
        </p:nvSpPr>
        <p:spPr>
          <a:xfrm>
            <a:off x="3550276" y="700926"/>
            <a:ext cx="6705600" cy="6465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3600"/>
              <a:buFont typeface="Arial"/>
              <a:buNone/>
            </a:pPr>
            <a:r>
              <a:rPr lang="en-US" sz="3600" b="1" i="0" u="none" strike="noStrike" cap="none" dirty="0">
                <a:solidFill>
                  <a:schemeClr val="dk2"/>
                </a:solidFill>
                <a:latin typeface="Times New Roman"/>
                <a:ea typeface="Times New Roman"/>
                <a:cs typeface="Times New Roman"/>
                <a:sym typeface="Times New Roman"/>
              </a:rPr>
              <a:t>Non-Functional </a:t>
            </a:r>
            <a:r>
              <a:rPr lang="en-US" sz="3600" b="1" dirty="0">
                <a:solidFill>
                  <a:schemeClr val="dk2"/>
                </a:solidFill>
                <a:latin typeface="Times New Roman"/>
                <a:ea typeface="Times New Roman"/>
                <a:cs typeface="Times New Roman"/>
                <a:sym typeface="Times New Roman"/>
              </a:rPr>
              <a:t>Requirements</a:t>
            </a:r>
            <a:endParaRPr sz="1400" b="0" i="0" u="none" strike="noStrike" cap="none" dirty="0">
              <a:solidFill>
                <a:srgbClr val="000000"/>
              </a:solidFill>
              <a:latin typeface="Arial"/>
              <a:ea typeface="Arial"/>
              <a:cs typeface="Arial"/>
              <a:sym typeface="Arial"/>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492"/>
        <p:cNvGrpSpPr/>
        <p:nvPr/>
      </p:nvGrpSpPr>
      <p:grpSpPr>
        <a:xfrm>
          <a:off x="0" y="0"/>
          <a:ext cx="0" cy="0"/>
          <a:chOff x="0" y="0"/>
          <a:chExt cx="0" cy="0"/>
        </a:xfrm>
      </p:grpSpPr>
      <p:sp>
        <p:nvSpPr>
          <p:cNvPr id="493" name="Google Shape;493;p55"/>
          <p:cNvSpPr txBox="1">
            <a:spLocks noGrp="1"/>
          </p:cNvSpPr>
          <p:nvPr>
            <p:ph type="ftr" idx="11"/>
          </p:nvPr>
        </p:nvSpPr>
        <p:spPr>
          <a:xfrm>
            <a:off x="9587420" y="6492875"/>
            <a:ext cx="7619999" cy="365125"/>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SzPts val="1400"/>
              <a:buNone/>
            </a:pPr>
            <a:r>
              <a:rPr lang="en-US"/>
              <a:t>Riphah School of Conputing &amp; Innovation</a:t>
            </a:r>
            <a:endParaRPr/>
          </a:p>
        </p:txBody>
      </p:sp>
      <p:pic>
        <p:nvPicPr>
          <p:cNvPr id="494" name="Google Shape;494;p55"/>
          <p:cNvPicPr preferRelativeResize="0"/>
          <p:nvPr/>
        </p:nvPicPr>
        <p:blipFill rotWithShape="1">
          <a:blip r:embed="rId3">
            <a:alphaModFix/>
          </a:blip>
          <a:srcRect l="9138" t="17177" r="11995" b="4953"/>
          <a:stretch/>
        </p:blipFill>
        <p:spPr>
          <a:xfrm>
            <a:off x="11107344" y="203981"/>
            <a:ext cx="807993" cy="780757"/>
          </a:xfrm>
          <a:prstGeom prst="ellipse">
            <a:avLst/>
          </a:prstGeom>
          <a:noFill/>
          <a:ln>
            <a:noFill/>
          </a:ln>
        </p:spPr>
      </p:pic>
      <p:sp>
        <p:nvSpPr>
          <p:cNvPr id="495" name="Google Shape;495;p55"/>
          <p:cNvSpPr txBox="1"/>
          <p:nvPr/>
        </p:nvSpPr>
        <p:spPr>
          <a:xfrm>
            <a:off x="3550276" y="700926"/>
            <a:ext cx="6705600" cy="64629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3600"/>
              <a:buFont typeface="Arial"/>
              <a:buNone/>
            </a:pPr>
            <a:r>
              <a:rPr lang="en-US" sz="3600" b="1" i="0" u="none" strike="noStrike" cap="none" dirty="0">
                <a:solidFill>
                  <a:schemeClr val="dk2"/>
                </a:solidFill>
                <a:latin typeface="Times New Roman"/>
                <a:ea typeface="Times New Roman"/>
                <a:cs typeface="Times New Roman"/>
                <a:sym typeface="Times New Roman"/>
              </a:rPr>
              <a:t>Non-Functional Requirements</a:t>
            </a:r>
            <a:endParaRPr sz="1400" b="0" i="0" u="none" strike="noStrike" cap="none" dirty="0">
              <a:solidFill>
                <a:srgbClr val="000000"/>
              </a:solidFill>
              <a:latin typeface="Arial"/>
              <a:ea typeface="Arial"/>
              <a:cs typeface="Arial"/>
              <a:sym typeface="Arial"/>
            </a:endParaRPr>
          </a:p>
        </p:txBody>
      </p:sp>
      <p:sp>
        <p:nvSpPr>
          <p:cNvPr id="496" name="Google Shape;496;p55"/>
          <p:cNvSpPr txBox="1"/>
          <p:nvPr/>
        </p:nvSpPr>
        <p:spPr>
          <a:xfrm>
            <a:off x="1853005" y="1799029"/>
            <a:ext cx="8402871" cy="3693319"/>
          </a:xfrm>
          <a:prstGeom prst="rect">
            <a:avLst/>
          </a:prstGeom>
          <a:noFill/>
          <a:ln>
            <a:noFill/>
          </a:ln>
        </p:spPr>
        <p:txBody>
          <a:bodyPr spcFirstLastPara="1" wrap="square" lIns="91425" tIns="45700" rIns="91425" bIns="45700" anchor="t" anchorCtr="0">
            <a:spAutoFit/>
          </a:bodyPr>
          <a:lstStyle/>
          <a:p>
            <a:pPr marL="0" marR="0" lvl="0" indent="0" algn="just" rtl="0">
              <a:lnSpc>
                <a:spcPct val="100000"/>
              </a:lnSpc>
              <a:spcBef>
                <a:spcPts val="0"/>
              </a:spcBef>
              <a:spcAft>
                <a:spcPts val="0"/>
              </a:spcAft>
              <a:buNone/>
            </a:pPr>
            <a:r>
              <a:rPr lang="en-US" sz="1800" b="1" i="0" u="none" strike="noStrike" cap="none">
                <a:solidFill>
                  <a:srgbClr val="000000"/>
                </a:solidFill>
                <a:latin typeface="Times New Roman"/>
                <a:ea typeface="Times New Roman"/>
                <a:cs typeface="Times New Roman"/>
                <a:sym typeface="Times New Roman"/>
              </a:rPr>
              <a:t>Software Quality Attributes </a:t>
            </a:r>
            <a:endParaRPr sz="1800" b="1" i="0" u="none" strike="noStrike" cap="none">
              <a:solidFill>
                <a:srgbClr val="000000"/>
              </a:solidFill>
              <a:latin typeface="Times New Roman"/>
              <a:ea typeface="Times New Roman"/>
              <a:cs typeface="Times New Roman"/>
              <a:sym typeface="Times New Roman"/>
            </a:endParaRPr>
          </a:p>
          <a:p>
            <a:pPr marL="0" marR="0" lvl="0" indent="0" algn="just" rtl="0">
              <a:lnSpc>
                <a:spcPct val="100000"/>
              </a:lnSpc>
              <a:spcBef>
                <a:spcPts val="0"/>
              </a:spcBef>
              <a:spcAft>
                <a:spcPts val="0"/>
              </a:spcAft>
              <a:buNone/>
            </a:pPr>
            <a:r>
              <a:rPr lang="en-US" sz="1800" b="1" i="0" u="none" strike="noStrike" cap="none">
                <a:solidFill>
                  <a:srgbClr val="000000"/>
                </a:solidFill>
                <a:latin typeface="Times New Roman"/>
                <a:ea typeface="Times New Roman"/>
                <a:cs typeface="Times New Roman"/>
                <a:sym typeface="Times New Roman"/>
              </a:rPr>
              <a:t> </a:t>
            </a:r>
            <a:endParaRPr/>
          </a:p>
          <a:p>
            <a:pPr marL="171450" marR="0" lvl="0" indent="-171450" algn="just" rtl="0">
              <a:lnSpc>
                <a:spcPct val="100000"/>
              </a:lnSpc>
              <a:spcBef>
                <a:spcPts val="0"/>
              </a:spcBef>
              <a:spcAft>
                <a:spcPts val="0"/>
              </a:spcAft>
              <a:buClr>
                <a:srgbClr val="000000"/>
              </a:buClr>
              <a:buSzPts val="1800"/>
              <a:buFont typeface="Arial"/>
              <a:buChar char="•"/>
            </a:pPr>
            <a:r>
              <a:rPr lang="en-US" sz="1800" b="0" i="0" u="none" strike="noStrike" cap="none">
                <a:solidFill>
                  <a:srgbClr val="000000"/>
                </a:solidFill>
                <a:latin typeface="Times New Roman"/>
                <a:ea typeface="Times New Roman"/>
                <a:cs typeface="Times New Roman"/>
                <a:sym typeface="Times New Roman"/>
              </a:rPr>
              <a:t> Usability: The interface shall be intuitive and visually accessible for users of all ages, with clear icons and feedback indicators. </a:t>
            </a:r>
            <a:endParaRPr sz="1800" b="0" i="0" u="none" strike="noStrike" cap="none">
              <a:solidFill>
                <a:srgbClr val="000000"/>
              </a:solidFill>
              <a:latin typeface="Times New Roman"/>
              <a:ea typeface="Times New Roman"/>
              <a:cs typeface="Times New Roman"/>
              <a:sym typeface="Times New Roman"/>
            </a:endParaRPr>
          </a:p>
          <a:p>
            <a:pPr marL="171450" marR="0" lvl="0" indent="-171450" algn="just" rtl="0">
              <a:lnSpc>
                <a:spcPct val="100000"/>
              </a:lnSpc>
              <a:spcBef>
                <a:spcPts val="0"/>
              </a:spcBef>
              <a:spcAft>
                <a:spcPts val="0"/>
              </a:spcAft>
              <a:buClr>
                <a:srgbClr val="000000"/>
              </a:buClr>
              <a:buSzPts val="1800"/>
              <a:buFont typeface="Arial"/>
              <a:buChar char="•"/>
            </a:pPr>
            <a:r>
              <a:rPr lang="en-US" sz="1800" b="0" i="0" u="none" strike="noStrike" cap="none">
                <a:solidFill>
                  <a:srgbClr val="000000"/>
                </a:solidFill>
                <a:latin typeface="Times New Roman"/>
                <a:ea typeface="Times New Roman"/>
                <a:cs typeface="Times New Roman"/>
                <a:sym typeface="Times New Roman"/>
              </a:rPr>
              <a:t> Reliability: The system shall ensure 99% uptime under stable hosting conditions. </a:t>
            </a:r>
            <a:endParaRPr sz="1800" b="0" i="0" u="none" strike="noStrike" cap="none">
              <a:solidFill>
                <a:srgbClr val="000000"/>
              </a:solidFill>
              <a:latin typeface="Times New Roman"/>
              <a:ea typeface="Times New Roman"/>
              <a:cs typeface="Times New Roman"/>
              <a:sym typeface="Times New Roman"/>
            </a:endParaRPr>
          </a:p>
          <a:p>
            <a:pPr marL="171450" marR="0" lvl="0" indent="-171450" algn="just" rtl="0">
              <a:lnSpc>
                <a:spcPct val="100000"/>
              </a:lnSpc>
              <a:spcBef>
                <a:spcPts val="0"/>
              </a:spcBef>
              <a:spcAft>
                <a:spcPts val="0"/>
              </a:spcAft>
              <a:buClr>
                <a:srgbClr val="000000"/>
              </a:buClr>
              <a:buSzPts val="1800"/>
              <a:buFont typeface="Arial"/>
              <a:buChar char="•"/>
            </a:pPr>
            <a:r>
              <a:rPr lang="en-US" sz="1800" b="0" i="0" u="none" strike="noStrike" cap="none">
                <a:solidFill>
                  <a:srgbClr val="000000"/>
                </a:solidFill>
                <a:latin typeface="Times New Roman"/>
                <a:ea typeface="Times New Roman"/>
                <a:cs typeface="Times New Roman"/>
                <a:sym typeface="Times New Roman"/>
              </a:rPr>
              <a:t> Scalability: The backend shall support seamless integration with cloud services (e.g., AWS or Firebase) for handling larger datasets.</a:t>
            </a:r>
            <a:endParaRPr/>
          </a:p>
          <a:p>
            <a:pPr marL="171450" marR="0" lvl="0" indent="-171450" algn="just" rtl="0">
              <a:lnSpc>
                <a:spcPct val="100000"/>
              </a:lnSpc>
              <a:spcBef>
                <a:spcPts val="0"/>
              </a:spcBef>
              <a:spcAft>
                <a:spcPts val="0"/>
              </a:spcAft>
              <a:buClr>
                <a:srgbClr val="000000"/>
              </a:buClr>
              <a:buSzPts val="1800"/>
              <a:buFont typeface="Arial"/>
              <a:buChar char="•"/>
            </a:pPr>
            <a:r>
              <a:rPr lang="en-US" sz="1800" b="0" i="0" u="none" strike="noStrike" cap="none">
                <a:solidFill>
                  <a:srgbClr val="000000"/>
                </a:solidFill>
                <a:latin typeface="Times New Roman"/>
                <a:ea typeface="Times New Roman"/>
                <a:cs typeface="Times New Roman"/>
                <a:sym typeface="Times New Roman"/>
              </a:rPr>
              <a:t> Security: The system shall ensure end-to-end encryption of user data and adhere to </a:t>
            </a:r>
            <a:endParaRPr sz="1800" b="0" i="0" u="none" strike="noStrike" cap="none">
              <a:solidFill>
                <a:srgbClr val="000000"/>
              </a:solidFill>
              <a:latin typeface="Times New Roman"/>
              <a:ea typeface="Times New Roman"/>
              <a:cs typeface="Times New Roman"/>
              <a:sym typeface="Times New Roman"/>
            </a:endParaRPr>
          </a:p>
          <a:p>
            <a:pPr marL="0" marR="0" lvl="0" indent="0" algn="just" rtl="0">
              <a:lnSpc>
                <a:spcPct val="100000"/>
              </a:lnSpc>
              <a:spcBef>
                <a:spcPts val="0"/>
              </a:spcBef>
              <a:spcAft>
                <a:spcPts val="0"/>
              </a:spcAft>
              <a:buNone/>
            </a:pPr>
            <a:r>
              <a:rPr lang="en-US" sz="1800" b="0" i="0" u="none" strike="noStrike" cap="none">
                <a:solidFill>
                  <a:srgbClr val="000000"/>
                </a:solidFill>
                <a:latin typeface="Times New Roman"/>
                <a:ea typeface="Times New Roman"/>
                <a:cs typeface="Times New Roman"/>
                <a:sym typeface="Times New Roman"/>
              </a:rPr>
              <a:t>    least-privilege principles. </a:t>
            </a:r>
            <a:endParaRPr sz="1800" b="0" i="0" u="none" strike="noStrike" cap="none">
              <a:solidFill>
                <a:srgbClr val="000000"/>
              </a:solidFill>
              <a:latin typeface="Times New Roman"/>
              <a:ea typeface="Times New Roman"/>
              <a:cs typeface="Times New Roman"/>
              <a:sym typeface="Times New Roman"/>
            </a:endParaRPr>
          </a:p>
          <a:p>
            <a:pPr marL="171450" marR="0" lvl="0" indent="-171450" algn="just" rtl="0">
              <a:lnSpc>
                <a:spcPct val="100000"/>
              </a:lnSpc>
              <a:spcBef>
                <a:spcPts val="0"/>
              </a:spcBef>
              <a:spcAft>
                <a:spcPts val="0"/>
              </a:spcAft>
              <a:buClr>
                <a:srgbClr val="000000"/>
              </a:buClr>
              <a:buSzPts val="1800"/>
              <a:buFont typeface="Arial"/>
              <a:buChar char="•"/>
            </a:pPr>
            <a:r>
              <a:rPr lang="en-US" sz="1800" b="0" i="0" u="none" strike="noStrike" cap="none">
                <a:solidFill>
                  <a:srgbClr val="000000"/>
                </a:solidFill>
                <a:latin typeface="Times New Roman"/>
                <a:ea typeface="Times New Roman"/>
                <a:cs typeface="Times New Roman"/>
                <a:sym typeface="Times New Roman"/>
              </a:rPr>
              <a:t> Performance: AI model inference shall be optimized for low-latency responses using pre- trained lightweight models. </a:t>
            </a:r>
            <a:endParaRPr sz="1800" b="0" i="0" u="none" strike="noStrike" cap="none">
              <a:solidFill>
                <a:srgbClr val="000000"/>
              </a:solidFill>
              <a:latin typeface="Times New Roman"/>
              <a:ea typeface="Times New Roman"/>
              <a:cs typeface="Times New Roman"/>
              <a:sym typeface="Times New Roman"/>
            </a:endParaRPr>
          </a:p>
          <a:p>
            <a:pPr marL="171450" marR="0" lvl="0" indent="-171450" algn="just" rtl="0">
              <a:lnSpc>
                <a:spcPct val="100000"/>
              </a:lnSpc>
              <a:spcBef>
                <a:spcPts val="0"/>
              </a:spcBef>
              <a:spcAft>
                <a:spcPts val="0"/>
              </a:spcAft>
              <a:buClr>
                <a:srgbClr val="000000"/>
              </a:buClr>
              <a:buSzPts val="1800"/>
              <a:buFont typeface="Arial"/>
              <a:buChar char="•"/>
            </a:pPr>
            <a:r>
              <a:rPr lang="en-US" sz="1800" b="0" i="0" u="none" strike="noStrike" cap="none">
                <a:solidFill>
                  <a:srgbClr val="000000"/>
                </a:solidFill>
                <a:latin typeface="Times New Roman"/>
                <a:ea typeface="Times New Roman"/>
                <a:cs typeface="Times New Roman"/>
                <a:sym typeface="Times New Roman"/>
              </a:rPr>
              <a:t>Accessibility: The app shall include basic accessibility support such as voice control, readable fonts, and clear color contrasts. </a:t>
            </a:r>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500"/>
        <p:cNvGrpSpPr/>
        <p:nvPr/>
      </p:nvGrpSpPr>
      <p:grpSpPr>
        <a:xfrm>
          <a:off x="0" y="0"/>
          <a:ext cx="0" cy="0"/>
          <a:chOff x="0" y="0"/>
          <a:chExt cx="0" cy="0"/>
        </a:xfrm>
      </p:grpSpPr>
      <p:sp>
        <p:nvSpPr>
          <p:cNvPr id="501" name="Google Shape;501;p56"/>
          <p:cNvSpPr txBox="1">
            <a:spLocks noGrp="1"/>
          </p:cNvSpPr>
          <p:nvPr>
            <p:ph type="title"/>
          </p:nvPr>
        </p:nvSpPr>
        <p:spPr>
          <a:xfrm>
            <a:off x="3221500" y="599049"/>
            <a:ext cx="9187500" cy="107490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Clr>
                <a:schemeClr val="dk2"/>
              </a:buClr>
              <a:buSzPts val="3600"/>
              <a:buFont typeface="Times New Roman"/>
              <a:buNone/>
            </a:pPr>
            <a:r>
              <a:rPr lang="en-US" b="1">
                <a:solidFill>
                  <a:schemeClr val="dk2"/>
                </a:solidFill>
                <a:latin typeface="Times New Roman"/>
                <a:ea typeface="Times New Roman"/>
                <a:cs typeface="Times New Roman"/>
                <a:sym typeface="Times New Roman"/>
              </a:rPr>
              <a:t>System Architectural Design</a:t>
            </a:r>
            <a:endParaRPr>
              <a:solidFill>
                <a:schemeClr val="dk2"/>
              </a:solidFill>
            </a:endParaRPr>
          </a:p>
        </p:txBody>
      </p:sp>
      <p:pic>
        <p:nvPicPr>
          <p:cNvPr id="502" name="Google Shape;502;p56"/>
          <p:cNvPicPr preferRelativeResize="0">
            <a:picLocks noGrp="1"/>
          </p:cNvPicPr>
          <p:nvPr>
            <p:ph type="body" idx="1"/>
          </p:nvPr>
        </p:nvPicPr>
        <p:blipFill rotWithShape="1">
          <a:blip r:embed="rId3">
            <a:alphaModFix/>
          </a:blip>
          <a:srcRect b="11832"/>
          <a:stretch/>
        </p:blipFill>
        <p:spPr>
          <a:xfrm>
            <a:off x="1434850" y="1794650"/>
            <a:ext cx="9909600" cy="4498500"/>
          </a:xfrm>
          <a:prstGeom prst="rect">
            <a:avLst/>
          </a:prstGeom>
          <a:noFill/>
          <a:ln>
            <a:noFill/>
          </a:ln>
        </p:spPr>
      </p:pic>
      <p:sp>
        <p:nvSpPr>
          <p:cNvPr id="503" name="Google Shape;503;p56"/>
          <p:cNvSpPr txBox="1"/>
          <p:nvPr/>
        </p:nvSpPr>
        <p:spPr>
          <a:xfrm>
            <a:off x="4234376" y="6310258"/>
            <a:ext cx="5120700" cy="9234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i="1">
                <a:solidFill>
                  <a:schemeClr val="dk1"/>
                </a:solidFill>
                <a:latin typeface="Century Gothic"/>
                <a:ea typeface="Century Gothic"/>
                <a:cs typeface="Century Gothic"/>
                <a:sym typeface="Century Gothic"/>
              </a:rPr>
              <a:t>Figure 1: Layered Architecture Diagram</a:t>
            </a:r>
            <a:endParaRPr sz="1800" i="1">
              <a:solidFill>
                <a:schemeClr val="dk1"/>
              </a:solidFill>
              <a:latin typeface="Century Gothic"/>
              <a:ea typeface="Century Gothic"/>
              <a:cs typeface="Century Gothic"/>
              <a:sym typeface="Century Gothic"/>
            </a:endParaRPr>
          </a:p>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pic>
        <p:nvPicPr>
          <p:cNvPr id="504" name="Google Shape;504;p56"/>
          <p:cNvPicPr preferRelativeResize="0"/>
          <p:nvPr/>
        </p:nvPicPr>
        <p:blipFill rotWithShape="1">
          <a:blip r:embed="rId4">
            <a:alphaModFix/>
          </a:blip>
          <a:srcRect l="9140" t="17178" r="11995" b="4952"/>
          <a:stretch/>
        </p:blipFill>
        <p:spPr>
          <a:xfrm>
            <a:off x="11107344" y="203981"/>
            <a:ext cx="807900" cy="780900"/>
          </a:xfrm>
          <a:prstGeom prst="ellipse">
            <a:avLst/>
          </a:prstGeom>
          <a:noFill/>
          <a:ln>
            <a:noFill/>
          </a:ln>
        </p:spPr>
      </p:pic>
      <p:sp>
        <p:nvSpPr>
          <p:cNvPr id="505" name="Google Shape;505;p56"/>
          <p:cNvSpPr txBox="1">
            <a:spLocks noGrp="1"/>
          </p:cNvSpPr>
          <p:nvPr>
            <p:ph type="ftr" idx="11"/>
          </p:nvPr>
        </p:nvSpPr>
        <p:spPr>
          <a:xfrm>
            <a:off x="9608990" y="6413831"/>
            <a:ext cx="7620000" cy="3651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a:t>Riphah School of Conputing &amp; Innovation</a:t>
            </a:r>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509"/>
        <p:cNvGrpSpPr/>
        <p:nvPr/>
      </p:nvGrpSpPr>
      <p:grpSpPr>
        <a:xfrm>
          <a:off x="0" y="0"/>
          <a:ext cx="0" cy="0"/>
          <a:chOff x="0" y="0"/>
          <a:chExt cx="0" cy="0"/>
        </a:xfrm>
      </p:grpSpPr>
      <p:sp>
        <p:nvSpPr>
          <p:cNvPr id="510" name="Google Shape;510;p57"/>
          <p:cNvSpPr txBox="1">
            <a:spLocks noGrp="1"/>
          </p:cNvSpPr>
          <p:nvPr>
            <p:ph type="body" idx="1"/>
          </p:nvPr>
        </p:nvSpPr>
        <p:spPr>
          <a:xfrm>
            <a:off x="1390174" y="1918346"/>
            <a:ext cx="10224600" cy="45519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SzPts val="1600"/>
              <a:buNone/>
            </a:pPr>
            <a:endParaRPr sz="1600" b="1" dirty="0"/>
          </a:p>
          <a:p>
            <a:pPr marL="0" lvl="0" indent="0" algn="l" rtl="0">
              <a:spcBef>
                <a:spcPts val="1000"/>
              </a:spcBef>
              <a:spcAft>
                <a:spcPts val="0"/>
              </a:spcAft>
              <a:buSzPts val="1600"/>
              <a:buNone/>
            </a:pPr>
            <a:endParaRPr sz="1600" dirty="0">
              <a:latin typeface="Times New Roman"/>
              <a:ea typeface="Times New Roman"/>
              <a:cs typeface="Times New Roman"/>
              <a:sym typeface="Times New Roman"/>
            </a:endParaRPr>
          </a:p>
          <a:p>
            <a:pPr marL="0" lvl="0" indent="0" algn="l" rtl="0">
              <a:spcBef>
                <a:spcPts val="1000"/>
              </a:spcBef>
              <a:spcAft>
                <a:spcPts val="0"/>
              </a:spcAft>
              <a:buSzPts val="1600"/>
              <a:buNone/>
            </a:pPr>
            <a:endParaRPr sz="1600" dirty="0">
              <a:latin typeface="Times New Roman"/>
              <a:ea typeface="Times New Roman"/>
              <a:cs typeface="Times New Roman"/>
              <a:sym typeface="Times New Roman"/>
            </a:endParaRPr>
          </a:p>
        </p:txBody>
      </p:sp>
      <p:pic>
        <p:nvPicPr>
          <p:cNvPr id="511" name="Google Shape;511;p57"/>
          <p:cNvPicPr preferRelativeResize="0"/>
          <p:nvPr/>
        </p:nvPicPr>
        <p:blipFill rotWithShape="1">
          <a:blip r:embed="rId3">
            <a:alphaModFix/>
          </a:blip>
          <a:srcRect l="9140" t="17178" r="11995" b="4952"/>
          <a:stretch/>
        </p:blipFill>
        <p:spPr>
          <a:xfrm>
            <a:off x="11107344" y="203981"/>
            <a:ext cx="807900" cy="780900"/>
          </a:xfrm>
          <a:prstGeom prst="ellipse">
            <a:avLst/>
          </a:prstGeom>
          <a:noFill/>
          <a:ln>
            <a:noFill/>
          </a:ln>
        </p:spPr>
      </p:pic>
      <p:sp>
        <p:nvSpPr>
          <p:cNvPr id="512" name="Google Shape;512;p57"/>
          <p:cNvSpPr txBox="1">
            <a:spLocks noGrp="1"/>
          </p:cNvSpPr>
          <p:nvPr>
            <p:ph type="ftr" idx="11"/>
          </p:nvPr>
        </p:nvSpPr>
        <p:spPr>
          <a:xfrm>
            <a:off x="9580855" y="6471456"/>
            <a:ext cx="7620000" cy="3651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a:t>Riphah School of Conputing &amp; Innovation</a:t>
            </a:r>
            <a:endParaRPr/>
          </a:p>
        </p:txBody>
      </p:sp>
      <p:sp>
        <p:nvSpPr>
          <p:cNvPr id="513" name="Google Shape;513;p57"/>
          <p:cNvSpPr txBox="1"/>
          <p:nvPr/>
        </p:nvSpPr>
        <p:spPr>
          <a:xfrm>
            <a:off x="4135717" y="661572"/>
            <a:ext cx="6705600" cy="6465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3600" b="1" dirty="0">
                <a:solidFill>
                  <a:schemeClr val="dk2"/>
                </a:solidFill>
                <a:latin typeface="Times New Roman"/>
                <a:ea typeface="Times New Roman"/>
                <a:cs typeface="Times New Roman"/>
                <a:sym typeface="Times New Roman"/>
              </a:rPr>
              <a:t>Use Case Diagram</a:t>
            </a:r>
            <a:endParaRPr dirty="0"/>
          </a:p>
        </p:txBody>
      </p:sp>
      <p:sp>
        <p:nvSpPr>
          <p:cNvPr id="515" name="Google Shape;515;p57"/>
          <p:cNvSpPr txBox="1"/>
          <p:nvPr/>
        </p:nvSpPr>
        <p:spPr>
          <a:xfrm>
            <a:off x="4492845" y="6267200"/>
            <a:ext cx="6191700" cy="10158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US" sz="1800" i="1" dirty="0">
                <a:solidFill>
                  <a:schemeClr val="dk1"/>
                </a:solidFill>
                <a:latin typeface="Century Gothic"/>
                <a:ea typeface="Century Gothic"/>
                <a:cs typeface="Century Gothic"/>
                <a:sym typeface="Century Gothic"/>
              </a:rPr>
              <a:t>Figure 2: Use Case Diagram</a:t>
            </a:r>
            <a:endParaRPr sz="1800" i="1" dirty="0">
              <a:solidFill>
                <a:schemeClr val="dk1"/>
              </a:solidFill>
              <a:latin typeface="Century Gothic"/>
              <a:ea typeface="Century Gothic"/>
              <a:cs typeface="Century Gothic"/>
              <a:sym typeface="Century Gothic"/>
            </a:endParaRPr>
          </a:p>
          <a:p>
            <a:pPr marL="0" lvl="0" indent="0" algn="l" rtl="0">
              <a:spcBef>
                <a:spcPts val="0"/>
              </a:spcBef>
              <a:spcAft>
                <a:spcPts val="0"/>
              </a:spcAft>
              <a:buNone/>
            </a:pPr>
            <a:endParaRPr sz="1800" dirty="0">
              <a:solidFill>
                <a:schemeClr val="dk1"/>
              </a:solidFill>
              <a:latin typeface="Century Gothic"/>
              <a:ea typeface="Century Gothic"/>
              <a:cs typeface="Century Gothic"/>
              <a:sym typeface="Century Gothic"/>
            </a:endParaRPr>
          </a:p>
          <a:p>
            <a:pPr marL="0" lvl="0" indent="0" algn="l" rtl="0">
              <a:spcBef>
                <a:spcPts val="0"/>
              </a:spcBef>
              <a:spcAft>
                <a:spcPts val="0"/>
              </a:spcAft>
              <a:buNone/>
            </a:pPr>
            <a:endParaRPr sz="1800" dirty="0">
              <a:solidFill>
                <a:schemeClr val="dk1"/>
              </a:solidFill>
              <a:latin typeface="Century Gothic"/>
              <a:ea typeface="Century Gothic"/>
              <a:cs typeface="Century Gothic"/>
              <a:sym typeface="Century Gothic"/>
            </a:endParaRPr>
          </a:p>
        </p:txBody>
      </p:sp>
      <p:pic>
        <p:nvPicPr>
          <p:cNvPr id="2" name="image4.png">
            <a:extLst>
              <a:ext uri="{FF2B5EF4-FFF2-40B4-BE49-F238E27FC236}">
                <a16:creationId xmlns:a16="http://schemas.microsoft.com/office/drawing/2014/main" id="{5F69BCFA-265D-8CA8-5803-0BAE4909E760}"/>
              </a:ext>
            </a:extLst>
          </p:cNvPr>
          <p:cNvPicPr/>
          <p:nvPr/>
        </p:nvPicPr>
        <p:blipFill>
          <a:blip r:embed="rId4"/>
          <a:srcRect/>
          <a:stretch>
            <a:fillRect/>
          </a:stretch>
        </p:blipFill>
        <p:spPr>
          <a:xfrm>
            <a:off x="1390173" y="1538639"/>
            <a:ext cx="9294371" cy="4486373"/>
          </a:xfrm>
          <a:prstGeom prst="rect">
            <a:avLst/>
          </a:prstGeom>
          <a:ln/>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529"/>
        <p:cNvGrpSpPr/>
        <p:nvPr/>
      </p:nvGrpSpPr>
      <p:grpSpPr>
        <a:xfrm>
          <a:off x="0" y="0"/>
          <a:ext cx="0" cy="0"/>
          <a:chOff x="0" y="0"/>
          <a:chExt cx="0" cy="0"/>
        </a:xfrm>
      </p:grpSpPr>
      <p:sp>
        <p:nvSpPr>
          <p:cNvPr id="530" name="Google Shape;530;p59"/>
          <p:cNvSpPr txBox="1">
            <a:spLocks noGrp="1"/>
          </p:cNvSpPr>
          <p:nvPr>
            <p:ph type="body" idx="1"/>
          </p:nvPr>
        </p:nvSpPr>
        <p:spPr>
          <a:xfrm>
            <a:off x="1390174" y="1919521"/>
            <a:ext cx="10224600" cy="45519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SzPts val="1600"/>
              <a:buNone/>
            </a:pPr>
            <a:endParaRPr sz="1600" b="1"/>
          </a:p>
          <a:p>
            <a:pPr marL="0" lvl="0" indent="0" algn="l" rtl="0">
              <a:spcBef>
                <a:spcPts val="1000"/>
              </a:spcBef>
              <a:spcAft>
                <a:spcPts val="0"/>
              </a:spcAft>
              <a:buSzPts val="1600"/>
              <a:buNone/>
            </a:pPr>
            <a:endParaRPr sz="1600">
              <a:latin typeface="Times New Roman"/>
              <a:ea typeface="Times New Roman"/>
              <a:cs typeface="Times New Roman"/>
              <a:sym typeface="Times New Roman"/>
            </a:endParaRPr>
          </a:p>
          <a:p>
            <a:pPr marL="0" lvl="0" indent="0" algn="l" rtl="0">
              <a:spcBef>
                <a:spcPts val="1000"/>
              </a:spcBef>
              <a:spcAft>
                <a:spcPts val="0"/>
              </a:spcAft>
              <a:buSzPts val="1600"/>
              <a:buNone/>
            </a:pPr>
            <a:endParaRPr sz="1600">
              <a:latin typeface="Times New Roman"/>
              <a:ea typeface="Times New Roman"/>
              <a:cs typeface="Times New Roman"/>
              <a:sym typeface="Times New Roman"/>
            </a:endParaRPr>
          </a:p>
        </p:txBody>
      </p:sp>
      <p:pic>
        <p:nvPicPr>
          <p:cNvPr id="531" name="Google Shape;531;p59"/>
          <p:cNvPicPr preferRelativeResize="0"/>
          <p:nvPr/>
        </p:nvPicPr>
        <p:blipFill rotWithShape="1">
          <a:blip r:embed="rId3">
            <a:alphaModFix/>
          </a:blip>
          <a:srcRect l="9140" t="17178" r="11995" b="4952"/>
          <a:stretch/>
        </p:blipFill>
        <p:spPr>
          <a:xfrm>
            <a:off x="11107344" y="203981"/>
            <a:ext cx="807900" cy="780900"/>
          </a:xfrm>
          <a:prstGeom prst="ellipse">
            <a:avLst/>
          </a:prstGeom>
          <a:noFill/>
          <a:ln>
            <a:noFill/>
          </a:ln>
        </p:spPr>
      </p:pic>
      <p:sp>
        <p:nvSpPr>
          <p:cNvPr id="532" name="Google Shape;532;p59"/>
          <p:cNvSpPr txBox="1">
            <a:spLocks noGrp="1"/>
          </p:cNvSpPr>
          <p:nvPr>
            <p:ph type="ftr" idx="11"/>
          </p:nvPr>
        </p:nvSpPr>
        <p:spPr>
          <a:xfrm>
            <a:off x="9580855" y="6471456"/>
            <a:ext cx="7620000" cy="3651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a:t>Riphah School of Conputing &amp; Innovation</a:t>
            </a:r>
            <a:endParaRPr/>
          </a:p>
        </p:txBody>
      </p:sp>
      <p:sp>
        <p:nvSpPr>
          <p:cNvPr id="533" name="Google Shape;533;p59"/>
          <p:cNvSpPr txBox="1"/>
          <p:nvPr/>
        </p:nvSpPr>
        <p:spPr>
          <a:xfrm>
            <a:off x="2743200" y="661631"/>
            <a:ext cx="6705600" cy="646500"/>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3600" b="1" dirty="0">
                <a:solidFill>
                  <a:schemeClr val="dk2"/>
                </a:solidFill>
                <a:latin typeface="Times New Roman"/>
                <a:ea typeface="Times New Roman"/>
                <a:cs typeface="Times New Roman"/>
                <a:sym typeface="Times New Roman"/>
              </a:rPr>
              <a:t>ERD Flow</a:t>
            </a:r>
            <a:endParaRPr dirty="0"/>
          </a:p>
        </p:txBody>
      </p:sp>
      <p:pic>
        <p:nvPicPr>
          <p:cNvPr id="534" name="Google Shape;534;p59" title="erdplus.png"/>
          <p:cNvPicPr preferRelativeResize="0"/>
          <p:nvPr/>
        </p:nvPicPr>
        <p:blipFill>
          <a:blip r:embed="rId4">
            <a:alphaModFix/>
          </a:blip>
          <a:stretch>
            <a:fillRect/>
          </a:stretch>
        </p:blipFill>
        <p:spPr>
          <a:xfrm>
            <a:off x="1390175" y="1672300"/>
            <a:ext cx="9844449" cy="4446999"/>
          </a:xfrm>
          <a:prstGeom prst="rect">
            <a:avLst/>
          </a:prstGeom>
          <a:noFill/>
          <a:ln>
            <a:noFill/>
          </a:ln>
        </p:spPr>
      </p:pic>
      <p:sp>
        <p:nvSpPr>
          <p:cNvPr id="535" name="Google Shape;535;p59"/>
          <p:cNvSpPr txBox="1"/>
          <p:nvPr/>
        </p:nvSpPr>
        <p:spPr>
          <a:xfrm>
            <a:off x="5261125" y="6119299"/>
            <a:ext cx="5540700" cy="7389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US" sz="1800" i="1" dirty="0">
                <a:solidFill>
                  <a:schemeClr val="dk1"/>
                </a:solidFill>
                <a:latin typeface="Century Gothic"/>
                <a:ea typeface="Century Gothic"/>
                <a:cs typeface="Century Gothic"/>
                <a:sym typeface="Century Gothic"/>
              </a:rPr>
              <a:t>Figure 4: ERD Flow</a:t>
            </a:r>
            <a:endParaRPr sz="1800" dirty="0">
              <a:solidFill>
                <a:schemeClr val="dk1"/>
              </a:solidFill>
              <a:latin typeface="Century Gothic"/>
              <a:ea typeface="Century Gothic"/>
              <a:cs typeface="Century Gothic"/>
              <a:sym typeface="Century Gothic"/>
            </a:endParaRPr>
          </a:p>
          <a:p>
            <a:pPr marL="0" lvl="0" indent="0" algn="l" rtl="0">
              <a:spcBef>
                <a:spcPts val="0"/>
              </a:spcBef>
              <a:spcAft>
                <a:spcPts val="0"/>
              </a:spcAft>
              <a:buNone/>
            </a:pPr>
            <a:endParaRPr sz="1800" dirty="0">
              <a:solidFill>
                <a:schemeClr val="dk1"/>
              </a:solidFill>
              <a:latin typeface="Century Gothic"/>
              <a:ea typeface="Century Gothic"/>
              <a:cs typeface="Century Gothic"/>
              <a:sym typeface="Century Gothic"/>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519"/>
        <p:cNvGrpSpPr/>
        <p:nvPr/>
      </p:nvGrpSpPr>
      <p:grpSpPr>
        <a:xfrm>
          <a:off x="0" y="0"/>
          <a:ext cx="0" cy="0"/>
          <a:chOff x="0" y="0"/>
          <a:chExt cx="0" cy="0"/>
        </a:xfrm>
      </p:grpSpPr>
      <p:sp>
        <p:nvSpPr>
          <p:cNvPr id="520" name="Google Shape;520;p58"/>
          <p:cNvSpPr txBox="1">
            <a:spLocks noGrp="1"/>
          </p:cNvSpPr>
          <p:nvPr>
            <p:ph type="body" idx="1"/>
          </p:nvPr>
        </p:nvSpPr>
        <p:spPr>
          <a:xfrm>
            <a:off x="1390174" y="1919521"/>
            <a:ext cx="10224600" cy="45519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SzPts val="1600"/>
              <a:buNone/>
            </a:pPr>
            <a:endParaRPr sz="1600" b="1"/>
          </a:p>
          <a:p>
            <a:pPr marL="0" lvl="0" indent="0" algn="l" rtl="0">
              <a:spcBef>
                <a:spcPts val="1000"/>
              </a:spcBef>
              <a:spcAft>
                <a:spcPts val="0"/>
              </a:spcAft>
              <a:buSzPts val="1600"/>
              <a:buNone/>
            </a:pPr>
            <a:endParaRPr sz="1600">
              <a:latin typeface="Times New Roman"/>
              <a:ea typeface="Times New Roman"/>
              <a:cs typeface="Times New Roman"/>
              <a:sym typeface="Times New Roman"/>
            </a:endParaRPr>
          </a:p>
          <a:p>
            <a:pPr marL="0" lvl="0" indent="0" algn="l" rtl="0">
              <a:spcBef>
                <a:spcPts val="1000"/>
              </a:spcBef>
              <a:spcAft>
                <a:spcPts val="0"/>
              </a:spcAft>
              <a:buSzPts val="1600"/>
              <a:buNone/>
            </a:pPr>
            <a:endParaRPr sz="1600">
              <a:latin typeface="Times New Roman"/>
              <a:ea typeface="Times New Roman"/>
              <a:cs typeface="Times New Roman"/>
              <a:sym typeface="Times New Roman"/>
            </a:endParaRPr>
          </a:p>
        </p:txBody>
      </p:sp>
      <p:pic>
        <p:nvPicPr>
          <p:cNvPr id="521" name="Google Shape;521;p58"/>
          <p:cNvPicPr preferRelativeResize="0"/>
          <p:nvPr/>
        </p:nvPicPr>
        <p:blipFill rotWithShape="1">
          <a:blip r:embed="rId3">
            <a:alphaModFix/>
          </a:blip>
          <a:srcRect l="9140" t="17178" r="11995" b="4952"/>
          <a:stretch/>
        </p:blipFill>
        <p:spPr>
          <a:xfrm>
            <a:off x="11107344" y="203981"/>
            <a:ext cx="807900" cy="780900"/>
          </a:xfrm>
          <a:prstGeom prst="ellipse">
            <a:avLst/>
          </a:prstGeom>
          <a:noFill/>
          <a:ln>
            <a:noFill/>
          </a:ln>
        </p:spPr>
      </p:pic>
      <p:sp>
        <p:nvSpPr>
          <p:cNvPr id="522" name="Google Shape;522;p58"/>
          <p:cNvSpPr txBox="1">
            <a:spLocks noGrp="1"/>
          </p:cNvSpPr>
          <p:nvPr>
            <p:ph type="ftr" idx="11"/>
          </p:nvPr>
        </p:nvSpPr>
        <p:spPr>
          <a:xfrm>
            <a:off x="9580855" y="6471456"/>
            <a:ext cx="7620000" cy="3651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a:t>Riphah School of Conputing &amp; Innovation</a:t>
            </a:r>
            <a:endParaRPr/>
          </a:p>
        </p:txBody>
      </p:sp>
      <p:sp>
        <p:nvSpPr>
          <p:cNvPr id="523" name="Google Shape;523;p58"/>
          <p:cNvSpPr txBox="1"/>
          <p:nvPr/>
        </p:nvSpPr>
        <p:spPr>
          <a:xfrm>
            <a:off x="3382682" y="673822"/>
            <a:ext cx="6705600" cy="6465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3600" b="1">
                <a:solidFill>
                  <a:schemeClr val="dk2"/>
                </a:solidFill>
                <a:latin typeface="Times New Roman"/>
                <a:ea typeface="Times New Roman"/>
                <a:cs typeface="Times New Roman"/>
                <a:sym typeface="Times New Roman"/>
              </a:rPr>
              <a:t>Entity Relationship Diagram</a:t>
            </a:r>
            <a:endParaRPr/>
          </a:p>
        </p:txBody>
      </p:sp>
      <p:sp>
        <p:nvSpPr>
          <p:cNvPr id="524" name="Google Shape;524;p58"/>
          <p:cNvSpPr txBox="1"/>
          <p:nvPr/>
        </p:nvSpPr>
        <p:spPr>
          <a:xfrm>
            <a:off x="4390080" y="6164255"/>
            <a:ext cx="5540700" cy="10158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US" sz="1800" i="1" dirty="0">
                <a:solidFill>
                  <a:schemeClr val="dk1"/>
                </a:solidFill>
                <a:latin typeface="Century Gothic"/>
                <a:ea typeface="Century Gothic"/>
                <a:cs typeface="Century Gothic"/>
                <a:sym typeface="Century Gothic"/>
              </a:rPr>
              <a:t>Figure 3: Entity Relation Diagram</a:t>
            </a:r>
            <a:endParaRPr sz="1800" i="1" dirty="0">
              <a:solidFill>
                <a:schemeClr val="dk1"/>
              </a:solidFill>
              <a:latin typeface="Century Gothic"/>
              <a:ea typeface="Century Gothic"/>
              <a:cs typeface="Century Gothic"/>
              <a:sym typeface="Century Gothic"/>
            </a:endParaRPr>
          </a:p>
          <a:p>
            <a:pPr marL="0" lvl="0" indent="0" algn="l" rtl="0">
              <a:spcBef>
                <a:spcPts val="0"/>
              </a:spcBef>
              <a:spcAft>
                <a:spcPts val="0"/>
              </a:spcAft>
              <a:buNone/>
            </a:pPr>
            <a:endParaRPr sz="1800" dirty="0">
              <a:solidFill>
                <a:schemeClr val="dk1"/>
              </a:solidFill>
              <a:latin typeface="Century Gothic"/>
              <a:ea typeface="Century Gothic"/>
              <a:cs typeface="Century Gothic"/>
              <a:sym typeface="Century Gothic"/>
            </a:endParaRPr>
          </a:p>
          <a:p>
            <a:pPr marL="0" lvl="0" indent="0" algn="l" rtl="0">
              <a:spcBef>
                <a:spcPts val="0"/>
              </a:spcBef>
              <a:spcAft>
                <a:spcPts val="0"/>
              </a:spcAft>
              <a:buNone/>
            </a:pPr>
            <a:endParaRPr sz="1800" dirty="0">
              <a:solidFill>
                <a:schemeClr val="dk1"/>
              </a:solidFill>
              <a:latin typeface="Century Gothic"/>
              <a:ea typeface="Century Gothic"/>
              <a:cs typeface="Century Gothic"/>
              <a:sym typeface="Century Gothic"/>
            </a:endParaRPr>
          </a:p>
        </p:txBody>
      </p:sp>
      <p:pic>
        <p:nvPicPr>
          <p:cNvPr id="525" name="Google Shape;525;p58" title="ERD.png"/>
          <p:cNvPicPr preferRelativeResize="0"/>
          <p:nvPr/>
        </p:nvPicPr>
        <p:blipFill>
          <a:blip r:embed="rId4">
            <a:alphaModFix/>
          </a:blip>
          <a:stretch>
            <a:fillRect/>
          </a:stretch>
        </p:blipFill>
        <p:spPr>
          <a:xfrm>
            <a:off x="1286350" y="1447975"/>
            <a:ext cx="9820999" cy="4698124"/>
          </a:xfrm>
          <a:prstGeom prst="rect">
            <a:avLst/>
          </a:prstGeom>
          <a:noFill/>
          <a:ln>
            <a:noFill/>
          </a:ln>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539"/>
        <p:cNvGrpSpPr/>
        <p:nvPr/>
      </p:nvGrpSpPr>
      <p:grpSpPr>
        <a:xfrm>
          <a:off x="0" y="0"/>
          <a:ext cx="0" cy="0"/>
          <a:chOff x="0" y="0"/>
          <a:chExt cx="0" cy="0"/>
        </a:xfrm>
      </p:grpSpPr>
      <p:sp>
        <p:nvSpPr>
          <p:cNvPr id="540" name="Google Shape;540;p60"/>
          <p:cNvSpPr txBox="1">
            <a:spLocks noGrp="1"/>
          </p:cNvSpPr>
          <p:nvPr>
            <p:ph type="body" idx="1"/>
          </p:nvPr>
        </p:nvSpPr>
        <p:spPr>
          <a:xfrm>
            <a:off x="1286694" y="1628720"/>
            <a:ext cx="10224600" cy="45519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SzPts val="1600"/>
              <a:buNone/>
            </a:pPr>
            <a:endParaRPr sz="1600" b="1" dirty="0"/>
          </a:p>
          <a:p>
            <a:pPr marL="0" lvl="0" indent="0" algn="l" rtl="0">
              <a:spcBef>
                <a:spcPts val="1000"/>
              </a:spcBef>
              <a:spcAft>
                <a:spcPts val="0"/>
              </a:spcAft>
              <a:buSzPts val="1600"/>
              <a:buNone/>
            </a:pPr>
            <a:endParaRPr sz="1600" dirty="0">
              <a:latin typeface="Times New Roman"/>
              <a:ea typeface="Times New Roman"/>
              <a:cs typeface="Times New Roman"/>
              <a:sym typeface="Times New Roman"/>
            </a:endParaRPr>
          </a:p>
          <a:p>
            <a:pPr marL="0" lvl="0" indent="0" algn="l" rtl="0">
              <a:spcBef>
                <a:spcPts val="1000"/>
              </a:spcBef>
              <a:spcAft>
                <a:spcPts val="0"/>
              </a:spcAft>
              <a:buSzPts val="1600"/>
              <a:buNone/>
            </a:pPr>
            <a:endParaRPr sz="1600" dirty="0">
              <a:latin typeface="Times New Roman"/>
              <a:ea typeface="Times New Roman"/>
              <a:cs typeface="Times New Roman"/>
              <a:sym typeface="Times New Roman"/>
            </a:endParaRPr>
          </a:p>
        </p:txBody>
      </p:sp>
      <p:pic>
        <p:nvPicPr>
          <p:cNvPr id="541" name="Google Shape;541;p60"/>
          <p:cNvPicPr preferRelativeResize="0"/>
          <p:nvPr/>
        </p:nvPicPr>
        <p:blipFill rotWithShape="1">
          <a:blip r:embed="rId3">
            <a:alphaModFix/>
          </a:blip>
          <a:srcRect l="9140" t="17178" r="11995" b="4952"/>
          <a:stretch/>
        </p:blipFill>
        <p:spPr>
          <a:xfrm>
            <a:off x="11107344" y="203981"/>
            <a:ext cx="807900" cy="780900"/>
          </a:xfrm>
          <a:prstGeom prst="ellipse">
            <a:avLst/>
          </a:prstGeom>
          <a:noFill/>
          <a:ln>
            <a:noFill/>
          </a:ln>
        </p:spPr>
      </p:pic>
      <p:sp>
        <p:nvSpPr>
          <p:cNvPr id="542" name="Google Shape;542;p60"/>
          <p:cNvSpPr txBox="1">
            <a:spLocks noGrp="1"/>
          </p:cNvSpPr>
          <p:nvPr>
            <p:ph type="ftr" idx="11"/>
          </p:nvPr>
        </p:nvSpPr>
        <p:spPr>
          <a:xfrm>
            <a:off x="9580855" y="6471456"/>
            <a:ext cx="7620000" cy="3651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a:t>Riphah School of Conputing &amp; Innovation</a:t>
            </a:r>
            <a:endParaRPr/>
          </a:p>
        </p:txBody>
      </p:sp>
      <p:sp>
        <p:nvSpPr>
          <p:cNvPr id="543" name="Google Shape;543;p60"/>
          <p:cNvSpPr txBox="1"/>
          <p:nvPr/>
        </p:nvSpPr>
        <p:spPr>
          <a:xfrm>
            <a:off x="4401744" y="691384"/>
            <a:ext cx="6705600" cy="6465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3600" b="1" dirty="0">
                <a:solidFill>
                  <a:schemeClr val="dk2"/>
                </a:solidFill>
                <a:latin typeface="Times New Roman"/>
                <a:ea typeface="Times New Roman"/>
                <a:cs typeface="Times New Roman"/>
                <a:sym typeface="Times New Roman"/>
              </a:rPr>
              <a:t>Class Diagram</a:t>
            </a:r>
            <a:endParaRPr dirty="0"/>
          </a:p>
        </p:txBody>
      </p:sp>
      <p:sp>
        <p:nvSpPr>
          <p:cNvPr id="544" name="Google Shape;544;p60"/>
          <p:cNvSpPr txBox="1"/>
          <p:nvPr/>
        </p:nvSpPr>
        <p:spPr>
          <a:xfrm>
            <a:off x="4763331" y="6118453"/>
            <a:ext cx="3000000" cy="7389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US" sz="1800" i="1" dirty="0">
                <a:solidFill>
                  <a:schemeClr val="dk1"/>
                </a:solidFill>
                <a:latin typeface="Century Gothic"/>
                <a:ea typeface="Century Gothic"/>
                <a:cs typeface="Century Gothic"/>
                <a:sym typeface="Century Gothic"/>
              </a:rPr>
              <a:t>Figure 5: Class Diagram</a:t>
            </a:r>
            <a:endParaRPr sz="1800" dirty="0">
              <a:solidFill>
                <a:schemeClr val="dk1"/>
              </a:solidFill>
              <a:latin typeface="Century Gothic"/>
              <a:ea typeface="Century Gothic"/>
              <a:cs typeface="Century Gothic"/>
              <a:sym typeface="Century Gothic"/>
            </a:endParaRPr>
          </a:p>
          <a:p>
            <a:pPr marL="0" lvl="0" indent="0" algn="l" rtl="0">
              <a:spcBef>
                <a:spcPts val="0"/>
              </a:spcBef>
              <a:spcAft>
                <a:spcPts val="0"/>
              </a:spcAft>
              <a:buNone/>
            </a:pPr>
            <a:endParaRPr sz="1800" dirty="0">
              <a:solidFill>
                <a:schemeClr val="dk1"/>
              </a:solidFill>
              <a:latin typeface="Century Gothic"/>
              <a:ea typeface="Century Gothic"/>
              <a:cs typeface="Century Gothic"/>
              <a:sym typeface="Century Gothic"/>
            </a:endParaRPr>
          </a:p>
        </p:txBody>
      </p:sp>
      <p:pic>
        <p:nvPicPr>
          <p:cNvPr id="5" name="image5.png">
            <a:extLst>
              <a:ext uri="{FF2B5EF4-FFF2-40B4-BE49-F238E27FC236}">
                <a16:creationId xmlns:a16="http://schemas.microsoft.com/office/drawing/2014/main" id="{325E11BB-74A8-5468-7F1F-F63CA8254211}"/>
              </a:ext>
            </a:extLst>
          </p:cNvPr>
          <p:cNvPicPr/>
          <p:nvPr/>
        </p:nvPicPr>
        <p:blipFill>
          <a:blip r:embed="rId4"/>
          <a:srcRect/>
          <a:stretch>
            <a:fillRect/>
          </a:stretch>
        </p:blipFill>
        <p:spPr>
          <a:xfrm>
            <a:off x="1286694" y="1772602"/>
            <a:ext cx="9618612" cy="4055015"/>
          </a:xfrm>
          <a:prstGeom prst="rect">
            <a:avLst/>
          </a:prstGeom>
          <a:ln/>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549"/>
        <p:cNvGrpSpPr/>
        <p:nvPr/>
      </p:nvGrpSpPr>
      <p:grpSpPr>
        <a:xfrm>
          <a:off x="0" y="0"/>
          <a:ext cx="0" cy="0"/>
          <a:chOff x="0" y="0"/>
          <a:chExt cx="0" cy="0"/>
        </a:xfrm>
      </p:grpSpPr>
      <p:sp>
        <p:nvSpPr>
          <p:cNvPr id="550" name="Google Shape;550;p61"/>
          <p:cNvSpPr txBox="1">
            <a:spLocks noGrp="1"/>
          </p:cNvSpPr>
          <p:nvPr>
            <p:ph type="body" idx="1"/>
          </p:nvPr>
        </p:nvSpPr>
        <p:spPr>
          <a:xfrm>
            <a:off x="1390174" y="1918346"/>
            <a:ext cx="10224600" cy="45519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SzPts val="1600"/>
              <a:buNone/>
            </a:pPr>
            <a:endParaRPr sz="1600" b="1"/>
          </a:p>
          <a:p>
            <a:pPr marL="0" lvl="0" indent="0" algn="l" rtl="0">
              <a:spcBef>
                <a:spcPts val="1000"/>
              </a:spcBef>
              <a:spcAft>
                <a:spcPts val="0"/>
              </a:spcAft>
              <a:buSzPts val="1600"/>
              <a:buNone/>
            </a:pPr>
            <a:endParaRPr sz="1600">
              <a:latin typeface="Times New Roman"/>
              <a:ea typeface="Times New Roman"/>
              <a:cs typeface="Times New Roman"/>
              <a:sym typeface="Times New Roman"/>
            </a:endParaRPr>
          </a:p>
          <a:p>
            <a:pPr marL="0" lvl="0" indent="0" algn="l" rtl="0">
              <a:spcBef>
                <a:spcPts val="1000"/>
              </a:spcBef>
              <a:spcAft>
                <a:spcPts val="0"/>
              </a:spcAft>
              <a:buSzPts val="1600"/>
              <a:buNone/>
            </a:pPr>
            <a:endParaRPr sz="1600">
              <a:latin typeface="Times New Roman"/>
              <a:ea typeface="Times New Roman"/>
              <a:cs typeface="Times New Roman"/>
              <a:sym typeface="Times New Roman"/>
            </a:endParaRPr>
          </a:p>
        </p:txBody>
      </p:sp>
      <p:pic>
        <p:nvPicPr>
          <p:cNvPr id="551" name="Google Shape;551;p61"/>
          <p:cNvPicPr preferRelativeResize="0"/>
          <p:nvPr/>
        </p:nvPicPr>
        <p:blipFill rotWithShape="1">
          <a:blip r:embed="rId3">
            <a:alphaModFix/>
          </a:blip>
          <a:srcRect l="9140" t="17178" r="11995" b="4952"/>
          <a:stretch/>
        </p:blipFill>
        <p:spPr>
          <a:xfrm>
            <a:off x="11107344" y="203981"/>
            <a:ext cx="807900" cy="780900"/>
          </a:xfrm>
          <a:prstGeom prst="ellipse">
            <a:avLst/>
          </a:prstGeom>
          <a:noFill/>
          <a:ln>
            <a:noFill/>
          </a:ln>
        </p:spPr>
      </p:pic>
      <p:sp>
        <p:nvSpPr>
          <p:cNvPr id="552" name="Google Shape;552;p61"/>
          <p:cNvSpPr txBox="1">
            <a:spLocks noGrp="1"/>
          </p:cNvSpPr>
          <p:nvPr>
            <p:ph type="ftr" idx="11"/>
          </p:nvPr>
        </p:nvSpPr>
        <p:spPr>
          <a:xfrm>
            <a:off x="9580855" y="6471456"/>
            <a:ext cx="7620000" cy="3651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a:t>Riphah School of Conputing &amp; Innovation</a:t>
            </a:r>
            <a:endParaRPr/>
          </a:p>
        </p:txBody>
      </p:sp>
      <p:sp>
        <p:nvSpPr>
          <p:cNvPr id="553" name="Google Shape;553;p61"/>
          <p:cNvSpPr txBox="1"/>
          <p:nvPr/>
        </p:nvSpPr>
        <p:spPr>
          <a:xfrm>
            <a:off x="4135717" y="661572"/>
            <a:ext cx="6705600" cy="6465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3600" b="1" dirty="0">
                <a:solidFill>
                  <a:schemeClr val="dk2"/>
                </a:solidFill>
                <a:latin typeface="Times New Roman"/>
                <a:ea typeface="Times New Roman"/>
                <a:cs typeface="Times New Roman"/>
                <a:sym typeface="Times New Roman"/>
              </a:rPr>
              <a:t>Sequence Diagram</a:t>
            </a:r>
            <a:endParaRPr dirty="0"/>
          </a:p>
        </p:txBody>
      </p:sp>
      <p:sp>
        <p:nvSpPr>
          <p:cNvPr id="555" name="Google Shape;555;p61"/>
          <p:cNvSpPr txBox="1"/>
          <p:nvPr/>
        </p:nvSpPr>
        <p:spPr>
          <a:xfrm>
            <a:off x="4586011" y="6196428"/>
            <a:ext cx="5331300" cy="7389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US" sz="1800" i="1" dirty="0">
                <a:solidFill>
                  <a:schemeClr val="dk1"/>
                </a:solidFill>
                <a:latin typeface="Century Gothic"/>
                <a:ea typeface="Century Gothic"/>
                <a:cs typeface="Century Gothic"/>
                <a:sym typeface="Century Gothic"/>
              </a:rPr>
              <a:t>Figure 6: Sequence Diagram</a:t>
            </a:r>
            <a:endParaRPr sz="1800" dirty="0">
              <a:solidFill>
                <a:schemeClr val="dk1"/>
              </a:solidFill>
              <a:latin typeface="Century Gothic"/>
              <a:ea typeface="Century Gothic"/>
              <a:cs typeface="Century Gothic"/>
              <a:sym typeface="Century Gothic"/>
            </a:endParaRPr>
          </a:p>
          <a:p>
            <a:pPr marL="0" lvl="0" indent="0" algn="l" rtl="0">
              <a:spcBef>
                <a:spcPts val="0"/>
              </a:spcBef>
              <a:spcAft>
                <a:spcPts val="0"/>
              </a:spcAft>
              <a:buNone/>
            </a:pPr>
            <a:endParaRPr sz="1800" dirty="0">
              <a:solidFill>
                <a:schemeClr val="dk1"/>
              </a:solidFill>
              <a:latin typeface="Century Gothic"/>
              <a:ea typeface="Century Gothic"/>
              <a:cs typeface="Century Gothic"/>
              <a:sym typeface="Century Gothic"/>
            </a:endParaRPr>
          </a:p>
        </p:txBody>
      </p:sp>
      <p:pic>
        <p:nvPicPr>
          <p:cNvPr id="2" name="Picture 1">
            <a:extLst>
              <a:ext uri="{FF2B5EF4-FFF2-40B4-BE49-F238E27FC236}">
                <a16:creationId xmlns:a16="http://schemas.microsoft.com/office/drawing/2014/main" id="{50C52ABF-F56B-24AE-7D35-EB86FE403B3F}"/>
              </a:ext>
            </a:extLst>
          </p:cNvPr>
          <p:cNvPicPr/>
          <p:nvPr/>
        </p:nvPicPr>
        <p:blipFill>
          <a:blip r:embed="rId4"/>
          <a:stretch>
            <a:fillRect/>
          </a:stretch>
        </p:blipFill>
        <p:spPr>
          <a:xfrm>
            <a:off x="1939636" y="1596487"/>
            <a:ext cx="8901681" cy="4551900"/>
          </a:xfrm>
          <a:prstGeom prst="rect">
            <a:avLst/>
          </a:prstGeom>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559"/>
        <p:cNvGrpSpPr/>
        <p:nvPr/>
      </p:nvGrpSpPr>
      <p:grpSpPr>
        <a:xfrm>
          <a:off x="0" y="0"/>
          <a:ext cx="0" cy="0"/>
          <a:chOff x="0" y="0"/>
          <a:chExt cx="0" cy="0"/>
        </a:xfrm>
      </p:grpSpPr>
      <p:sp>
        <p:nvSpPr>
          <p:cNvPr id="560" name="Google Shape;560;p62"/>
          <p:cNvSpPr txBox="1">
            <a:spLocks noGrp="1"/>
          </p:cNvSpPr>
          <p:nvPr>
            <p:ph type="body" idx="1"/>
          </p:nvPr>
        </p:nvSpPr>
        <p:spPr>
          <a:xfrm>
            <a:off x="1390174" y="1918346"/>
            <a:ext cx="10224600" cy="45519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SzPts val="1600"/>
              <a:buNone/>
            </a:pPr>
            <a:endParaRPr sz="1600" b="1"/>
          </a:p>
          <a:p>
            <a:pPr marL="0" lvl="0" indent="0" algn="l" rtl="0">
              <a:spcBef>
                <a:spcPts val="1000"/>
              </a:spcBef>
              <a:spcAft>
                <a:spcPts val="0"/>
              </a:spcAft>
              <a:buSzPts val="1600"/>
              <a:buNone/>
            </a:pPr>
            <a:endParaRPr sz="1600">
              <a:latin typeface="Times New Roman"/>
              <a:ea typeface="Times New Roman"/>
              <a:cs typeface="Times New Roman"/>
              <a:sym typeface="Times New Roman"/>
            </a:endParaRPr>
          </a:p>
          <a:p>
            <a:pPr marL="0" lvl="0" indent="0" algn="l" rtl="0">
              <a:spcBef>
                <a:spcPts val="1000"/>
              </a:spcBef>
              <a:spcAft>
                <a:spcPts val="0"/>
              </a:spcAft>
              <a:buSzPts val="1600"/>
              <a:buNone/>
            </a:pPr>
            <a:endParaRPr sz="1600">
              <a:latin typeface="Times New Roman"/>
              <a:ea typeface="Times New Roman"/>
              <a:cs typeface="Times New Roman"/>
              <a:sym typeface="Times New Roman"/>
            </a:endParaRPr>
          </a:p>
        </p:txBody>
      </p:sp>
      <p:pic>
        <p:nvPicPr>
          <p:cNvPr id="561" name="Google Shape;561;p62"/>
          <p:cNvPicPr preferRelativeResize="0"/>
          <p:nvPr/>
        </p:nvPicPr>
        <p:blipFill rotWithShape="1">
          <a:blip r:embed="rId3">
            <a:alphaModFix/>
          </a:blip>
          <a:srcRect l="9140" t="17178" r="11995" b="4952"/>
          <a:stretch/>
        </p:blipFill>
        <p:spPr>
          <a:xfrm>
            <a:off x="11107344" y="203981"/>
            <a:ext cx="807900" cy="780900"/>
          </a:xfrm>
          <a:prstGeom prst="ellipse">
            <a:avLst/>
          </a:prstGeom>
          <a:noFill/>
          <a:ln>
            <a:noFill/>
          </a:ln>
        </p:spPr>
      </p:pic>
      <p:sp>
        <p:nvSpPr>
          <p:cNvPr id="562" name="Google Shape;562;p62"/>
          <p:cNvSpPr txBox="1">
            <a:spLocks noGrp="1"/>
          </p:cNvSpPr>
          <p:nvPr>
            <p:ph type="ftr" idx="11"/>
          </p:nvPr>
        </p:nvSpPr>
        <p:spPr>
          <a:xfrm>
            <a:off x="9580855" y="6471456"/>
            <a:ext cx="7620000" cy="3651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a:t>Riphah School of Conputing &amp; Innovation</a:t>
            </a:r>
            <a:endParaRPr/>
          </a:p>
        </p:txBody>
      </p:sp>
      <p:sp>
        <p:nvSpPr>
          <p:cNvPr id="563" name="Google Shape;563;p62"/>
          <p:cNvSpPr txBox="1"/>
          <p:nvPr/>
        </p:nvSpPr>
        <p:spPr>
          <a:xfrm>
            <a:off x="4401744" y="805210"/>
            <a:ext cx="6705600" cy="6465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3600" b="1">
                <a:solidFill>
                  <a:schemeClr val="dk2"/>
                </a:solidFill>
                <a:latin typeface="Times New Roman"/>
                <a:ea typeface="Times New Roman"/>
                <a:cs typeface="Times New Roman"/>
                <a:sym typeface="Times New Roman"/>
              </a:rPr>
              <a:t>Domain Model</a:t>
            </a:r>
            <a:endParaRPr/>
          </a:p>
        </p:txBody>
      </p:sp>
      <p:pic>
        <p:nvPicPr>
          <p:cNvPr id="564" name="Google Shape;564;p62" title="Domain.png"/>
          <p:cNvPicPr preferRelativeResize="0"/>
          <p:nvPr/>
        </p:nvPicPr>
        <p:blipFill>
          <a:blip r:embed="rId4">
            <a:alphaModFix/>
          </a:blip>
          <a:stretch>
            <a:fillRect/>
          </a:stretch>
        </p:blipFill>
        <p:spPr>
          <a:xfrm>
            <a:off x="1504650" y="1532150"/>
            <a:ext cx="9182725" cy="4663103"/>
          </a:xfrm>
          <a:prstGeom prst="rect">
            <a:avLst/>
          </a:prstGeom>
          <a:noFill/>
          <a:ln>
            <a:noFill/>
          </a:ln>
        </p:spPr>
      </p:pic>
      <p:sp>
        <p:nvSpPr>
          <p:cNvPr id="565" name="Google Shape;565;p62"/>
          <p:cNvSpPr txBox="1"/>
          <p:nvPr/>
        </p:nvSpPr>
        <p:spPr>
          <a:xfrm>
            <a:off x="5077794" y="6211999"/>
            <a:ext cx="5353500" cy="7389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US" sz="1800" i="1" dirty="0">
                <a:solidFill>
                  <a:schemeClr val="dk1"/>
                </a:solidFill>
                <a:latin typeface="Century Gothic"/>
                <a:ea typeface="Century Gothic"/>
                <a:cs typeface="Century Gothic"/>
                <a:sym typeface="Century Gothic"/>
              </a:rPr>
              <a:t>Figure 7: Domain Model</a:t>
            </a:r>
            <a:endParaRPr sz="1800" dirty="0">
              <a:solidFill>
                <a:schemeClr val="dk1"/>
              </a:solidFill>
              <a:latin typeface="Century Gothic"/>
              <a:ea typeface="Century Gothic"/>
              <a:cs typeface="Century Gothic"/>
              <a:sym typeface="Century Gothic"/>
            </a:endParaRPr>
          </a:p>
          <a:p>
            <a:pPr marL="0" lvl="0" indent="0" algn="l" rtl="0">
              <a:spcBef>
                <a:spcPts val="0"/>
              </a:spcBef>
              <a:spcAft>
                <a:spcPts val="0"/>
              </a:spcAft>
              <a:buNone/>
            </a:pPr>
            <a:endParaRPr sz="1800" dirty="0">
              <a:solidFill>
                <a:schemeClr val="dk1"/>
              </a:solidFill>
              <a:latin typeface="Century Gothic"/>
              <a:ea typeface="Century Gothic"/>
              <a:cs typeface="Century Gothic"/>
              <a:sym typeface="Century Gothic"/>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569"/>
        <p:cNvGrpSpPr/>
        <p:nvPr/>
      </p:nvGrpSpPr>
      <p:grpSpPr>
        <a:xfrm>
          <a:off x="0" y="0"/>
          <a:ext cx="0" cy="0"/>
          <a:chOff x="0" y="0"/>
          <a:chExt cx="0" cy="0"/>
        </a:xfrm>
      </p:grpSpPr>
      <p:sp>
        <p:nvSpPr>
          <p:cNvPr id="570" name="Google Shape;570;p63"/>
          <p:cNvSpPr txBox="1">
            <a:spLocks noGrp="1"/>
          </p:cNvSpPr>
          <p:nvPr>
            <p:ph type="body" idx="1"/>
          </p:nvPr>
        </p:nvSpPr>
        <p:spPr>
          <a:xfrm>
            <a:off x="1143718" y="2058047"/>
            <a:ext cx="9963626" cy="33401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800"/>
              <a:buNone/>
            </a:pPr>
            <a:r>
              <a:rPr lang="en-US" b="1" dirty="0">
                <a:latin typeface="Times New Roman"/>
                <a:ea typeface="Times New Roman"/>
                <a:cs typeface="Times New Roman"/>
                <a:sym typeface="Times New Roman"/>
              </a:rPr>
              <a:t>Development Tools and Techniques</a:t>
            </a:r>
            <a:endParaRPr dirty="0">
              <a:latin typeface="Times New Roman"/>
              <a:ea typeface="Times New Roman"/>
              <a:cs typeface="Times New Roman"/>
              <a:sym typeface="Times New Roman"/>
            </a:endParaRPr>
          </a:p>
          <a:p>
            <a:pPr marL="342900" lvl="0" indent="-342900" algn="l" rtl="0">
              <a:lnSpc>
                <a:spcPct val="100000"/>
              </a:lnSpc>
              <a:spcBef>
                <a:spcPts val="1000"/>
              </a:spcBef>
              <a:spcAft>
                <a:spcPts val="0"/>
              </a:spcAft>
              <a:buSzPts val="1800"/>
              <a:buFont typeface="Arial"/>
              <a:buChar char="•"/>
            </a:pPr>
            <a:r>
              <a:rPr lang="en-US" dirty="0">
                <a:latin typeface="Times New Roman"/>
                <a:ea typeface="Times New Roman"/>
                <a:cs typeface="Times New Roman"/>
                <a:sym typeface="Times New Roman"/>
              </a:rPr>
              <a:t>    Languages: Python, JavaScript</a:t>
            </a:r>
            <a:endParaRPr dirty="0">
              <a:latin typeface="Times New Roman"/>
              <a:ea typeface="Times New Roman"/>
              <a:cs typeface="Times New Roman"/>
              <a:sym typeface="Times New Roman"/>
            </a:endParaRPr>
          </a:p>
          <a:p>
            <a:pPr marL="342900" lvl="0" indent="-342900" algn="l" rtl="0">
              <a:lnSpc>
                <a:spcPct val="100000"/>
              </a:lnSpc>
              <a:spcBef>
                <a:spcPts val="1000"/>
              </a:spcBef>
              <a:spcAft>
                <a:spcPts val="0"/>
              </a:spcAft>
              <a:buSzPts val="1800"/>
              <a:buFont typeface="Arial"/>
              <a:buChar char="•"/>
            </a:pPr>
            <a:r>
              <a:rPr lang="en-US" dirty="0">
                <a:latin typeface="Times New Roman"/>
                <a:ea typeface="Times New Roman"/>
                <a:cs typeface="Times New Roman"/>
                <a:sym typeface="Times New Roman"/>
              </a:rPr>
              <a:t>    ML Frameworks: TensorFlow / </a:t>
            </a:r>
            <a:r>
              <a:rPr lang="en-US" dirty="0" err="1">
                <a:latin typeface="Times New Roman"/>
                <a:ea typeface="Times New Roman"/>
                <a:cs typeface="Times New Roman"/>
                <a:sym typeface="Times New Roman"/>
              </a:rPr>
              <a:t>PyTorch</a:t>
            </a:r>
            <a:endParaRPr dirty="0">
              <a:latin typeface="Times New Roman"/>
              <a:ea typeface="Times New Roman"/>
              <a:cs typeface="Times New Roman"/>
              <a:sym typeface="Times New Roman"/>
            </a:endParaRPr>
          </a:p>
          <a:p>
            <a:pPr marL="342900" lvl="0" indent="-342900" algn="l" rtl="0">
              <a:lnSpc>
                <a:spcPct val="100000"/>
              </a:lnSpc>
              <a:spcBef>
                <a:spcPts val="1000"/>
              </a:spcBef>
              <a:spcAft>
                <a:spcPts val="0"/>
              </a:spcAft>
              <a:buSzPts val="1800"/>
              <a:buFont typeface="Arial"/>
              <a:buChar char="•"/>
            </a:pPr>
            <a:r>
              <a:rPr lang="en-US" dirty="0">
                <a:latin typeface="Times New Roman"/>
                <a:ea typeface="Times New Roman"/>
                <a:cs typeface="Times New Roman"/>
                <a:sym typeface="Times New Roman"/>
              </a:rPr>
              <a:t>    Audio Processing: </a:t>
            </a:r>
            <a:r>
              <a:rPr lang="en-US" dirty="0" err="1">
                <a:latin typeface="Times New Roman"/>
                <a:ea typeface="Times New Roman"/>
                <a:cs typeface="Times New Roman"/>
                <a:sym typeface="Times New Roman"/>
              </a:rPr>
              <a:t>Librosa</a:t>
            </a:r>
            <a:r>
              <a:rPr lang="en-US" dirty="0">
                <a:latin typeface="Times New Roman"/>
                <a:ea typeface="Times New Roman"/>
                <a:cs typeface="Times New Roman"/>
                <a:sym typeface="Times New Roman"/>
              </a:rPr>
              <a:t>, </a:t>
            </a:r>
            <a:r>
              <a:rPr lang="en-US" dirty="0" err="1">
                <a:latin typeface="Times New Roman"/>
                <a:ea typeface="Times New Roman"/>
                <a:cs typeface="Times New Roman"/>
                <a:sym typeface="Times New Roman"/>
              </a:rPr>
              <a:t>PyDub</a:t>
            </a:r>
            <a:endParaRPr dirty="0">
              <a:latin typeface="Times New Roman"/>
              <a:ea typeface="Times New Roman"/>
              <a:cs typeface="Times New Roman"/>
              <a:sym typeface="Times New Roman"/>
            </a:endParaRPr>
          </a:p>
          <a:p>
            <a:pPr marL="342900" lvl="0" indent="-342900" algn="l" rtl="0">
              <a:lnSpc>
                <a:spcPct val="100000"/>
              </a:lnSpc>
              <a:spcBef>
                <a:spcPts val="1000"/>
              </a:spcBef>
              <a:spcAft>
                <a:spcPts val="0"/>
              </a:spcAft>
              <a:buSzPts val="1800"/>
              <a:buFont typeface="Arial"/>
              <a:buChar char="•"/>
            </a:pPr>
            <a:r>
              <a:rPr lang="en-US" dirty="0">
                <a:latin typeface="Times New Roman"/>
                <a:ea typeface="Times New Roman"/>
                <a:cs typeface="Times New Roman"/>
                <a:sym typeface="Times New Roman"/>
              </a:rPr>
              <a:t>   Backend: </a:t>
            </a:r>
            <a:r>
              <a:rPr lang="en-US" dirty="0" err="1">
                <a:latin typeface="Times New Roman"/>
                <a:ea typeface="Times New Roman"/>
                <a:cs typeface="Times New Roman"/>
                <a:sym typeface="Times New Roman"/>
              </a:rPr>
              <a:t>DJango</a:t>
            </a:r>
            <a:r>
              <a:rPr lang="en-US" dirty="0">
                <a:latin typeface="Times New Roman"/>
                <a:ea typeface="Times New Roman"/>
                <a:cs typeface="Times New Roman"/>
                <a:sym typeface="Times New Roman"/>
              </a:rPr>
              <a:t> / </a:t>
            </a:r>
            <a:r>
              <a:rPr lang="en-US" dirty="0" err="1">
                <a:latin typeface="Times New Roman"/>
                <a:ea typeface="Times New Roman"/>
                <a:cs typeface="Times New Roman"/>
                <a:sym typeface="Times New Roman"/>
              </a:rPr>
              <a:t>RestAPI</a:t>
            </a:r>
            <a:endParaRPr dirty="0">
              <a:latin typeface="Times New Roman"/>
              <a:ea typeface="Times New Roman"/>
              <a:cs typeface="Times New Roman"/>
              <a:sym typeface="Times New Roman"/>
            </a:endParaRPr>
          </a:p>
          <a:p>
            <a:pPr marL="342900" lvl="0" indent="-342900" algn="l" rtl="0">
              <a:lnSpc>
                <a:spcPct val="100000"/>
              </a:lnSpc>
              <a:spcBef>
                <a:spcPts val="1000"/>
              </a:spcBef>
              <a:spcAft>
                <a:spcPts val="0"/>
              </a:spcAft>
              <a:buSzPts val="1800"/>
              <a:buFont typeface="Arial"/>
              <a:buChar char="•"/>
            </a:pPr>
            <a:r>
              <a:rPr lang="en-US" dirty="0">
                <a:latin typeface="Times New Roman"/>
                <a:ea typeface="Times New Roman"/>
                <a:cs typeface="Times New Roman"/>
                <a:sym typeface="Times New Roman"/>
              </a:rPr>
              <a:t>   Frontend: HTML, CSS, JavaScript, GSAP / Flutter</a:t>
            </a:r>
            <a:endParaRPr dirty="0">
              <a:latin typeface="Times New Roman"/>
              <a:ea typeface="Times New Roman"/>
              <a:cs typeface="Times New Roman"/>
              <a:sym typeface="Times New Roman"/>
            </a:endParaRPr>
          </a:p>
          <a:p>
            <a:pPr marL="342900" lvl="0" indent="-342900" algn="l" rtl="0">
              <a:lnSpc>
                <a:spcPct val="100000"/>
              </a:lnSpc>
              <a:spcBef>
                <a:spcPts val="1000"/>
              </a:spcBef>
              <a:spcAft>
                <a:spcPts val="0"/>
              </a:spcAft>
              <a:buSzPts val="1800"/>
              <a:buFont typeface="Arial"/>
              <a:buChar char="•"/>
            </a:pPr>
            <a:r>
              <a:rPr lang="en-US" dirty="0">
                <a:latin typeface="Times New Roman"/>
                <a:ea typeface="Times New Roman"/>
                <a:cs typeface="Times New Roman"/>
                <a:sym typeface="Times New Roman"/>
              </a:rPr>
              <a:t>   Database: Firebase / </a:t>
            </a:r>
            <a:r>
              <a:rPr lang="en-US" dirty="0" err="1">
                <a:latin typeface="Times New Roman"/>
                <a:ea typeface="Times New Roman"/>
                <a:cs typeface="Times New Roman"/>
                <a:sym typeface="Times New Roman"/>
              </a:rPr>
              <a:t>Mysql</a:t>
            </a:r>
            <a:r>
              <a:rPr lang="en-US" dirty="0">
                <a:latin typeface="Times New Roman"/>
                <a:ea typeface="Times New Roman"/>
                <a:cs typeface="Times New Roman"/>
                <a:sym typeface="Times New Roman"/>
              </a:rPr>
              <a:t> / </a:t>
            </a:r>
            <a:r>
              <a:rPr lang="en-US" dirty="0" err="1">
                <a:latin typeface="Times New Roman"/>
                <a:ea typeface="Times New Roman"/>
                <a:cs typeface="Times New Roman"/>
                <a:sym typeface="Times New Roman"/>
              </a:rPr>
              <a:t>Sqlite</a:t>
            </a:r>
            <a:endParaRPr dirty="0">
              <a:latin typeface="Times New Roman"/>
              <a:ea typeface="Times New Roman"/>
              <a:cs typeface="Times New Roman"/>
              <a:sym typeface="Times New Roman"/>
            </a:endParaRPr>
          </a:p>
          <a:p>
            <a:pPr marL="342900" lvl="0" indent="-342900" algn="l" rtl="0">
              <a:lnSpc>
                <a:spcPct val="100000"/>
              </a:lnSpc>
              <a:spcBef>
                <a:spcPts val="1000"/>
              </a:spcBef>
              <a:spcAft>
                <a:spcPts val="0"/>
              </a:spcAft>
              <a:buSzPts val="1800"/>
              <a:buFont typeface="Arial"/>
              <a:buChar char="•"/>
            </a:pPr>
            <a:r>
              <a:rPr lang="en-US" dirty="0">
                <a:latin typeface="Times New Roman"/>
                <a:ea typeface="Times New Roman"/>
                <a:cs typeface="Times New Roman"/>
                <a:sym typeface="Times New Roman"/>
              </a:rPr>
              <a:t>   Visualization: Matplotlib, </a:t>
            </a:r>
            <a:r>
              <a:rPr lang="en-US" dirty="0" err="1">
                <a:latin typeface="Times New Roman"/>
                <a:ea typeface="Times New Roman"/>
                <a:cs typeface="Times New Roman"/>
                <a:sym typeface="Times New Roman"/>
              </a:rPr>
              <a:t>Plotly</a:t>
            </a:r>
            <a:endParaRPr dirty="0">
              <a:latin typeface="Times New Roman"/>
              <a:ea typeface="Times New Roman"/>
              <a:cs typeface="Times New Roman"/>
              <a:sym typeface="Times New Roman"/>
            </a:endParaRPr>
          </a:p>
        </p:txBody>
      </p:sp>
      <p:pic>
        <p:nvPicPr>
          <p:cNvPr id="571" name="Google Shape;571;p63"/>
          <p:cNvPicPr preferRelativeResize="0"/>
          <p:nvPr/>
        </p:nvPicPr>
        <p:blipFill rotWithShape="1">
          <a:blip r:embed="rId3">
            <a:alphaModFix/>
          </a:blip>
          <a:srcRect l="9138" t="17177" r="11995" b="4953"/>
          <a:stretch/>
        </p:blipFill>
        <p:spPr>
          <a:xfrm>
            <a:off x="11107344" y="203981"/>
            <a:ext cx="807993" cy="780757"/>
          </a:xfrm>
          <a:prstGeom prst="ellipse">
            <a:avLst/>
          </a:prstGeom>
          <a:noFill/>
          <a:ln>
            <a:noFill/>
          </a:ln>
        </p:spPr>
      </p:pic>
      <p:sp>
        <p:nvSpPr>
          <p:cNvPr id="572" name="Google Shape;572;p63"/>
          <p:cNvSpPr txBox="1">
            <a:spLocks noGrp="1"/>
          </p:cNvSpPr>
          <p:nvPr>
            <p:ph type="ftr" idx="11"/>
          </p:nvPr>
        </p:nvSpPr>
        <p:spPr>
          <a:xfrm>
            <a:off x="9580855" y="6471456"/>
            <a:ext cx="7619999" cy="365125"/>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SzPts val="1400"/>
              <a:buNone/>
            </a:pPr>
            <a:r>
              <a:rPr lang="en-US"/>
              <a:t>Riphah School of Conputing &amp; Innovation</a:t>
            </a:r>
            <a:endParaRPr/>
          </a:p>
        </p:txBody>
      </p:sp>
      <p:sp>
        <p:nvSpPr>
          <p:cNvPr id="573" name="Google Shape;573;p63"/>
          <p:cNvSpPr txBox="1"/>
          <p:nvPr/>
        </p:nvSpPr>
        <p:spPr>
          <a:xfrm>
            <a:off x="4135717" y="661572"/>
            <a:ext cx="6705600" cy="646331"/>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3600"/>
              <a:buFont typeface="Arial"/>
              <a:buNone/>
            </a:pPr>
            <a:r>
              <a:rPr lang="en-US" sz="3600" b="1" i="0" u="none" strike="noStrike" cap="none">
                <a:solidFill>
                  <a:schemeClr val="dk2"/>
                </a:solidFill>
                <a:latin typeface="Times New Roman"/>
                <a:ea typeface="Times New Roman"/>
                <a:cs typeface="Times New Roman"/>
                <a:sym typeface="Times New Roman"/>
              </a:rPr>
              <a:t>Implementation </a:t>
            </a:r>
            <a:endParaRPr sz="1400" b="0" i="0" u="none" strike="noStrike" cap="none">
              <a:solidFill>
                <a:srgbClr val="000000"/>
              </a:solidFill>
              <a:latin typeface="Arial"/>
              <a:ea typeface="Arial"/>
              <a:cs typeface="Arial"/>
              <a:sym typeface="Arial"/>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577"/>
        <p:cNvGrpSpPr/>
        <p:nvPr/>
      </p:nvGrpSpPr>
      <p:grpSpPr>
        <a:xfrm>
          <a:off x="0" y="0"/>
          <a:ext cx="0" cy="0"/>
          <a:chOff x="0" y="0"/>
          <a:chExt cx="0" cy="0"/>
        </a:xfrm>
      </p:grpSpPr>
      <p:pic>
        <p:nvPicPr>
          <p:cNvPr id="578" name="Google Shape;578;p64"/>
          <p:cNvPicPr preferRelativeResize="0"/>
          <p:nvPr/>
        </p:nvPicPr>
        <p:blipFill rotWithShape="1">
          <a:blip r:embed="rId3">
            <a:alphaModFix/>
          </a:blip>
          <a:srcRect l="9138" t="17177" r="11995" b="4953"/>
          <a:stretch/>
        </p:blipFill>
        <p:spPr>
          <a:xfrm>
            <a:off x="11107344" y="203981"/>
            <a:ext cx="807993" cy="780757"/>
          </a:xfrm>
          <a:prstGeom prst="ellipse">
            <a:avLst/>
          </a:prstGeom>
          <a:noFill/>
          <a:ln>
            <a:noFill/>
          </a:ln>
        </p:spPr>
      </p:pic>
      <p:sp>
        <p:nvSpPr>
          <p:cNvPr id="579" name="Google Shape;579;p64"/>
          <p:cNvSpPr txBox="1">
            <a:spLocks noGrp="1"/>
          </p:cNvSpPr>
          <p:nvPr>
            <p:ph type="ftr" idx="11"/>
          </p:nvPr>
        </p:nvSpPr>
        <p:spPr>
          <a:xfrm>
            <a:off x="9580855" y="6471456"/>
            <a:ext cx="7619999" cy="365125"/>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SzPts val="1400"/>
              <a:buNone/>
            </a:pPr>
            <a:r>
              <a:rPr lang="en-US"/>
              <a:t>Riphah School of Conputing &amp; Innovation</a:t>
            </a:r>
            <a:endParaRPr/>
          </a:p>
        </p:txBody>
      </p:sp>
      <p:sp>
        <p:nvSpPr>
          <p:cNvPr id="580" name="Google Shape;580;p64"/>
          <p:cNvSpPr txBox="1"/>
          <p:nvPr/>
        </p:nvSpPr>
        <p:spPr>
          <a:xfrm>
            <a:off x="4135717" y="661572"/>
            <a:ext cx="6705600" cy="646331"/>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3600"/>
              <a:buFont typeface="Arial"/>
              <a:buNone/>
            </a:pPr>
            <a:r>
              <a:rPr lang="en-US" sz="3600" b="1" i="0" u="none" strike="noStrike" cap="none" dirty="0">
                <a:solidFill>
                  <a:schemeClr val="dk2"/>
                </a:solidFill>
                <a:latin typeface="Times New Roman"/>
                <a:ea typeface="Times New Roman"/>
                <a:cs typeface="Times New Roman"/>
                <a:sym typeface="Times New Roman"/>
              </a:rPr>
              <a:t>Implementation </a:t>
            </a:r>
            <a:endParaRPr sz="1400" b="0" i="0" u="none" strike="noStrike" cap="none" dirty="0">
              <a:solidFill>
                <a:srgbClr val="000000"/>
              </a:solidFill>
              <a:latin typeface="Arial"/>
              <a:ea typeface="Arial"/>
              <a:cs typeface="Arial"/>
              <a:sym typeface="Arial"/>
            </a:endParaRPr>
          </a:p>
        </p:txBody>
      </p:sp>
      <p:sp>
        <p:nvSpPr>
          <p:cNvPr id="581" name="Google Shape;581;p64"/>
          <p:cNvSpPr txBox="1"/>
          <p:nvPr/>
        </p:nvSpPr>
        <p:spPr>
          <a:xfrm>
            <a:off x="1312433" y="1742739"/>
            <a:ext cx="9907793" cy="3847167"/>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1800" b="1" i="0" u="none" strike="noStrike" cap="none" dirty="0">
                <a:solidFill>
                  <a:srgbClr val="000000"/>
                </a:solidFill>
                <a:latin typeface="Times New Roman"/>
                <a:ea typeface="Times New Roman"/>
                <a:cs typeface="Times New Roman"/>
                <a:sym typeface="Times New Roman"/>
              </a:rPr>
              <a:t>Best Practices</a:t>
            </a:r>
            <a:endParaRPr sz="1800" b="1" i="0" u="none" strike="noStrike" cap="none" dirty="0">
              <a:solidFill>
                <a:schemeClr val="dk1"/>
              </a:solidFill>
              <a:latin typeface="Times New Roman"/>
              <a:ea typeface="Times New Roman"/>
              <a:cs typeface="Times New Roman"/>
              <a:sym typeface="Times New Roman"/>
            </a:endParaRPr>
          </a:p>
          <a:p>
            <a:pPr marL="0" marR="0" lvl="0" indent="-114300" algn="l" rtl="0">
              <a:lnSpc>
                <a:spcPct val="100000"/>
              </a:lnSpc>
              <a:spcBef>
                <a:spcPts val="0"/>
              </a:spcBef>
              <a:spcAft>
                <a:spcPts val="0"/>
              </a:spcAft>
              <a:buClr>
                <a:schemeClr val="dk1"/>
              </a:buClr>
              <a:buSzPts val="1800"/>
              <a:buFont typeface="Arial"/>
              <a:buChar char="•"/>
            </a:pPr>
            <a:r>
              <a:rPr lang="en-US" sz="1800" b="0" i="0" u="none" strike="noStrike" cap="none" dirty="0">
                <a:solidFill>
                  <a:schemeClr val="dk1"/>
                </a:solidFill>
                <a:latin typeface="Times New Roman"/>
                <a:ea typeface="Times New Roman"/>
                <a:cs typeface="Times New Roman"/>
                <a:sym typeface="Times New Roman"/>
              </a:rPr>
              <a:t>Write clean, modular code with meaningful names</a:t>
            </a:r>
            <a:endParaRPr dirty="0"/>
          </a:p>
          <a:p>
            <a:pPr marL="0" marR="0" lvl="0" indent="-114300" algn="l" rtl="0">
              <a:lnSpc>
                <a:spcPct val="100000"/>
              </a:lnSpc>
              <a:spcBef>
                <a:spcPts val="0"/>
              </a:spcBef>
              <a:spcAft>
                <a:spcPts val="0"/>
              </a:spcAft>
              <a:buClr>
                <a:schemeClr val="dk1"/>
              </a:buClr>
              <a:buSzPts val="1800"/>
              <a:buFont typeface="Arial"/>
              <a:buChar char="•"/>
            </a:pPr>
            <a:r>
              <a:rPr lang="en-US" sz="1800" b="0" i="0" u="none" strike="noStrike" cap="none" dirty="0">
                <a:solidFill>
                  <a:schemeClr val="dk1"/>
                </a:solidFill>
                <a:latin typeface="Times New Roman"/>
                <a:ea typeface="Times New Roman"/>
                <a:cs typeface="Times New Roman"/>
                <a:sym typeface="Times New Roman"/>
              </a:rPr>
              <a:t>Add comments &amp; documentation</a:t>
            </a:r>
            <a:endParaRPr dirty="0"/>
          </a:p>
          <a:p>
            <a:pPr marL="0" marR="0" lvl="0" indent="-114300" algn="l" rtl="0">
              <a:lnSpc>
                <a:spcPct val="100000"/>
              </a:lnSpc>
              <a:spcBef>
                <a:spcPts val="0"/>
              </a:spcBef>
              <a:spcAft>
                <a:spcPts val="0"/>
              </a:spcAft>
              <a:buClr>
                <a:schemeClr val="dk1"/>
              </a:buClr>
              <a:buSzPts val="1800"/>
              <a:buFont typeface="Arial"/>
              <a:buChar char="•"/>
            </a:pPr>
            <a:r>
              <a:rPr lang="en-US" sz="1800" b="0" i="0" u="none" strike="noStrike" cap="none" dirty="0">
                <a:solidFill>
                  <a:schemeClr val="dk1"/>
                </a:solidFill>
                <a:latin typeface="Times New Roman"/>
                <a:ea typeface="Times New Roman"/>
                <a:cs typeface="Times New Roman"/>
                <a:sym typeface="Times New Roman"/>
              </a:rPr>
              <a:t>Handle errors securely</a:t>
            </a:r>
            <a:endParaRPr dirty="0"/>
          </a:p>
          <a:p>
            <a:pPr marL="0" marR="0" lvl="0" indent="-114300" algn="l" rtl="0">
              <a:lnSpc>
                <a:spcPct val="100000"/>
              </a:lnSpc>
              <a:spcBef>
                <a:spcPts val="0"/>
              </a:spcBef>
              <a:spcAft>
                <a:spcPts val="0"/>
              </a:spcAft>
              <a:buClr>
                <a:schemeClr val="dk1"/>
              </a:buClr>
              <a:buSzPts val="1800"/>
              <a:buFont typeface="Arial"/>
              <a:buChar char="•"/>
            </a:pPr>
            <a:r>
              <a:rPr lang="en-US" sz="1800" b="0" i="0" u="none" strike="noStrike" cap="none" dirty="0">
                <a:solidFill>
                  <a:schemeClr val="dk1"/>
                </a:solidFill>
                <a:latin typeface="Times New Roman"/>
                <a:ea typeface="Times New Roman"/>
                <a:cs typeface="Times New Roman"/>
                <a:sym typeface="Times New Roman"/>
              </a:rPr>
              <a:t>Reuse components/functions</a:t>
            </a:r>
            <a:endParaRPr dirty="0"/>
          </a:p>
          <a:p>
            <a:pPr marL="0" marR="0" lvl="0" indent="-114300" algn="l" rtl="0">
              <a:lnSpc>
                <a:spcPct val="100000"/>
              </a:lnSpc>
              <a:spcBef>
                <a:spcPts val="0"/>
              </a:spcBef>
              <a:spcAft>
                <a:spcPts val="0"/>
              </a:spcAft>
              <a:buClr>
                <a:schemeClr val="dk1"/>
              </a:buClr>
              <a:buSzPts val="1800"/>
              <a:buFont typeface="Arial"/>
              <a:buChar char="•"/>
            </a:pPr>
            <a:r>
              <a:rPr lang="en-US" sz="1800" b="0" i="0" u="none" strike="noStrike" cap="none" dirty="0">
                <a:solidFill>
                  <a:schemeClr val="dk1"/>
                </a:solidFill>
                <a:latin typeface="Times New Roman"/>
                <a:ea typeface="Times New Roman"/>
                <a:cs typeface="Times New Roman"/>
                <a:sym typeface="Times New Roman"/>
              </a:rPr>
              <a:t>Test code and ensure accessibility</a:t>
            </a:r>
            <a:endParaRPr dirty="0"/>
          </a:p>
          <a:p>
            <a:pPr marL="0" marR="0" lvl="0" indent="-114300" algn="l" rtl="0">
              <a:lnSpc>
                <a:spcPct val="100000"/>
              </a:lnSpc>
              <a:spcBef>
                <a:spcPts val="0"/>
              </a:spcBef>
              <a:spcAft>
                <a:spcPts val="0"/>
              </a:spcAft>
              <a:buClr>
                <a:schemeClr val="dk1"/>
              </a:buClr>
              <a:buSzPts val="1800"/>
              <a:buFont typeface="Arial"/>
              <a:buChar char="•"/>
            </a:pPr>
            <a:r>
              <a:rPr lang="en-US" sz="1800" b="0" i="0" u="none" strike="noStrike" cap="none" dirty="0">
                <a:solidFill>
                  <a:schemeClr val="dk1"/>
                </a:solidFill>
                <a:latin typeface="Times New Roman"/>
                <a:ea typeface="Times New Roman"/>
                <a:cs typeface="Times New Roman"/>
                <a:sym typeface="Times New Roman"/>
              </a:rPr>
              <a:t>Optimize performance</a:t>
            </a:r>
            <a:endParaRPr dirty="0"/>
          </a:p>
          <a:p>
            <a:pPr marL="0" marR="0" lvl="0" indent="0" algn="l" rtl="0">
              <a:lnSpc>
                <a:spcPct val="100000"/>
              </a:lnSpc>
              <a:spcBef>
                <a:spcPts val="0"/>
              </a:spcBef>
              <a:spcAft>
                <a:spcPts val="0"/>
              </a:spcAft>
              <a:buClr>
                <a:srgbClr val="000000"/>
              </a:buClr>
              <a:buSzPts val="1800"/>
              <a:buFont typeface="Arial"/>
              <a:buNone/>
            </a:pPr>
            <a:endParaRPr sz="1800" b="0" i="0" u="none" strike="noStrike" cap="none" dirty="0">
              <a:solidFill>
                <a:schemeClr val="dk1"/>
              </a:solidFill>
              <a:latin typeface="Times New Roman"/>
              <a:ea typeface="Times New Roman"/>
              <a:cs typeface="Times New Roman"/>
              <a:sym typeface="Times New Roman"/>
            </a:endParaRPr>
          </a:p>
          <a:p>
            <a:pPr marL="0" marR="0" lvl="0" indent="0" algn="l" rtl="0">
              <a:lnSpc>
                <a:spcPct val="100000"/>
              </a:lnSpc>
              <a:spcBef>
                <a:spcPts val="0"/>
              </a:spcBef>
              <a:spcAft>
                <a:spcPts val="0"/>
              </a:spcAft>
              <a:buNone/>
            </a:pPr>
            <a:r>
              <a:rPr lang="en-US" sz="1800" b="1" i="0" u="none" strike="noStrike" cap="none" dirty="0">
                <a:solidFill>
                  <a:srgbClr val="000000"/>
                </a:solidFill>
                <a:latin typeface="Times New Roman"/>
                <a:ea typeface="Times New Roman"/>
                <a:cs typeface="Times New Roman"/>
                <a:sym typeface="Times New Roman"/>
              </a:rPr>
              <a:t>Libraries &amp; Services</a:t>
            </a:r>
            <a:endParaRPr dirty="0"/>
          </a:p>
          <a:p>
            <a:pPr marL="0" marR="0" lvl="0" indent="0" algn="l" rtl="0">
              <a:lnSpc>
                <a:spcPct val="100000"/>
              </a:lnSpc>
              <a:spcBef>
                <a:spcPts val="0"/>
              </a:spcBef>
              <a:spcAft>
                <a:spcPts val="0"/>
              </a:spcAft>
              <a:buNone/>
            </a:pPr>
            <a:r>
              <a:rPr lang="en-US" sz="1800" b="1" i="0" u="none" strike="noStrike" cap="none" dirty="0">
                <a:solidFill>
                  <a:srgbClr val="000000"/>
                </a:solidFill>
                <a:latin typeface="Times New Roman"/>
                <a:ea typeface="Times New Roman"/>
                <a:cs typeface="Times New Roman"/>
                <a:sym typeface="Times New Roman"/>
              </a:rPr>
              <a:t>Frontend:</a:t>
            </a:r>
            <a:r>
              <a:rPr lang="en-US" sz="1800" b="0" i="0" u="none" strike="noStrike" cap="none" dirty="0">
                <a:solidFill>
                  <a:srgbClr val="000000"/>
                </a:solidFill>
                <a:latin typeface="Times New Roman"/>
                <a:ea typeface="Times New Roman"/>
                <a:cs typeface="Times New Roman"/>
                <a:sym typeface="Times New Roman"/>
              </a:rPr>
              <a:t> React, Redux/Context API, Material-UI/Tailwind, Axios, Firebase Auth, </a:t>
            </a:r>
            <a:r>
              <a:rPr lang="en-US" sz="1800" b="0" i="0" u="none" strike="noStrike" cap="none" dirty="0" err="1">
                <a:solidFill>
                  <a:srgbClr val="000000"/>
                </a:solidFill>
                <a:latin typeface="Times New Roman"/>
                <a:ea typeface="Times New Roman"/>
                <a:cs typeface="Times New Roman"/>
                <a:sym typeface="Times New Roman"/>
              </a:rPr>
              <a:t>Socket.IO</a:t>
            </a:r>
            <a:r>
              <a:rPr lang="en-US" sz="1800" b="0" i="0" u="none" strike="noStrike" cap="none" dirty="0">
                <a:solidFill>
                  <a:srgbClr val="000000"/>
                </a:solidFill>
                <a:latin typeface="Times New Roman"/>
                <a:ea typeface="Times New Roman"/>
                <a:cs typeface="Times New Roman"/>
                <a:sym typeface="Times New Roman"/>
              </a:rPr>
              <a:t>, Jest</a:t>
            </a:r>
            <a:endParaRPr dirty="0"/>
          </a:p>
          <a:p>
            <a:pPr marL="0" marR="0" lvl="0" indent="0" algn="l" rtl="0">
              <a:lnSpc>
                <a:spcPct val="100000"/>
              </a:lnSpc>
              <a:spcBef>
                <a:spcPts val="0"/>
              </a:spcBef>
              <a:spcAft>
                <a:spcPts val="0"/>
              </a:spcAft>
              <a:buNone/>
            </a:pPr>
            <a:r>
              <a:rPr lang="en-US" sz="1800" b="1" i="0" u="none" strike="noStrike" cap="none" dirty="0">
                <a:solidFill>
                  <a:srgbClr val="000000"/>
                </a:solidFill>
                <a:latin typeface="Times New Roman"/>
                <a:ea typeface="Times New Roman"/>
                <a:cs typeface="Times New Roman"/>
                <a:sym typeface="Times New Roman"/>
              </a:rPr>
              <a:t>Backend: Rest API</a:t>
            </a:r>
            <a:r>
              <a:rPr lang="en-US" sz="1800" b="0" i="0" u="none" strike="noStrike" cap="none" dirty="0">
                <a:solidFill>
                  <a:srgbClr val="000000"/>
                </a:solidFill>
                <a:latin typeface="Times New Roman"/>
                <a:ea typeface="Times New Roman"/>
                <a:cs typeface="Times New Roman"/>
                <a:sym typeface="Times New Roman"/>
              </a:rPr>
              <a:t>, Hugging Face/TensorFlow/</a:t>
            </a:r>
            <a:r>
              <a:rPr lang="en-US" sz="1800" b="0" i="0" u="none" strike="noStrike" cap="none" dirty="0" err="1">
                <a:solidFill>
                  <a:srgbClr val="000000"/>
                </a:solidFill>
                <a:latin typeface="Times New Roman"/>
                <a:ea typeface="Times New Roman"/>
                <a:cs typeface="Times New Roman"/>
                <a:sym typeface="Times New Roman"/>
              </a:rPr>
              <a:t>PyTorch</a:t>
            </a:r>
            <a:r>
              <a:rPr lang="en-US" sz="1800" b="0" i="0" u="none" strike="noStrike" cap="none" dirty="0">
                <a:solidFill>
                  <a:srgbClr val="000000"/>
                </a:solidFill>
                <a:latin typeface="Times New Roman"/>
                <a:ea typeface="Times New Roman"/>
                <a:cs typeface="Times New Roman"/>
                <a:sym typeface="Times New Roman"/>
              </a:rPr>
              <a:t>, </a:t>
            </a:r>
            <a:r>
              <a:rPr lang="en-US" sz="1800" b="0" i="0" u="none" strike="noStrike" cap="none" dirty="0" err="1">
                <a:solidFill>
                  <a:srgbClr val="000000"/>
                </a:solidFill>
                <a:latin typeface="Times New Roman"/>
                <a:ea typeface="Times New Roman"/>
                <a:cs typeface="Times New Roman"/>
                <a:sym typeface="Times New Roman"/>
              </a:rPr>
              <a:t>Pytest</a:t>
            </a:r>
            <a:endParaRPr sz="1800" b="0" i="0" u="none" strike="noStrike" cap="none" dirty="0">
              <a:solidFill>
                <a:srgbClr val="000000"/>
              </a:solidFill>
              <a:latin typeface="Times New Roman"/>
              <a:ea typeface="Times New Roman"/>
              <a:cs typeface="Times New Roman"/>
              <a:sym typeface="Times New Roman"/>
            </a:endParaRPr>
          </a:p>
          <a:p>
            <a:pPr marL="0" marR="0" lvl="0" indent="0" algn="l" rtl="0">
              <a:lnSpc>
                <a:spcPct val="100000"/>
              </a:lnSpc>
              <a:spcBef>
                <a:spcPts val="0"/>
              </a:spcBef>
              <a:spcAft>
                <a:spcPts val="0"/>
              </a:spcAft>
              <a:buNone/>
            </a:pPr>
            <a:r>
              <a:rPr lang="en-US" sz="1800" b="1" i="0" u="none" strike="noStrike" cap="none" dirty="0">
                <a:solidFill>
                  <a:srgbClr val="000000"/>
                </a:solidFill>
                <a:latin typeface="Times New Roman"/>
                <a:ea typeface="Times New Roman"/>
                <a:cs typeface="Times New Roman"/>
                <a:sym typeface="Times New Roman"/>
              </a:rPr>
              <a:t>Other Tools:</a:t>
            </a:r>
            <a:r>
              <a:rPr lang="en-US" sz="1800" b="0" i="0" u="none" strike="noStrike" cap="none" dirty="0">
                <a:solidFill>
                  <a:srgbClr val="000000"/>
                </a:solidFill>
                <a:latin typeface="Times New Roman"/>
                <a:ea typeface="Times New Roman"/>
                <a:cs typeface="Times New Roman"/>
                <a:sym typeface="Times New Roman"/>
              </a:rPr>
              <a:t> </a:t>
            </a:r>
            <a:r>
              <a:rPr lang="en-US" sz="1800" b="0" i="0" u="none" strike="noStrike" cap="none" dirty="0" err="1">
                <a:solidFill>
                  <a:srgbClr val="000000"/>
                </a:solidFill>
                <a:latin typeface="Times New Roman"/>
                <a:ea typeface="Times New Roman"/>
                <a:cs typeface="Times New Roman"/>
                <a:sym typeface="Times New Roman"/>
              </a:rPr>
              <a:t>jsPDF</a:t>
            </a:r>
            <a:r>
              <a:rPr lang="en-US" sz="1800" b="0" i="0" u="none" strike="noStrike" cap="none" dirty="0">
                <a:solidFill>
                  <a:srgbClr val="000000"/>
                </a:solidFill>
                <a:latin typeface="Times New Roman"/>
                <a:ea typeface="Times New Roman"/>
                <a:cs typeface="Times New Roman"/>
                <a:sym typeface="Times New Roman"/>
              </a:rPr>
              <a:t>/</a:t>
            </a:r>
            <a:r>
              <a:rPr lang="en-US" sz="1800" b="0" i="0" u="none" strike="noStrike" cap="none" dirty="0" err="1">
                <a:solidFill>
                  <a:srgbClr val="000000"/>
                </a:solidFill>
                <a:latin typeface="Times New Roman"/>
                <a:ea typeface="Times New Roman"/>
                <a:cs typeface="Times New Roman"/>
                <a:sym typeface="Times New Roman"/>
              </a:rPr>
              <a:t>PDFKit</a:t>
            </a:r>
            <a:r>
              <a:rPr lang="en-US" sz="1800" b="0" i="0" u="none" strike="noStrike" cap="none" dirty="0">
                <a:solidFill>
                  <a:srgbClr val="000000"/>
                </a:solidFill>
                <a:latin typeface="Times New Roman"/>
                <a:ea typeface="Times New Roman"/>
                <a:cs typeface="Times New Roman"/>
                <a:sym typeface="Times New Roman"/>
              </a:rPr>
              <a:t> (PDF), Sentry/</a:t>
            </a:r>
            <a:r>
              <a:rPr lang="en-US" sz="1800" b="0" i="0" u="none" strike="noStrike" cap="none" dirty="0" err="1">
                <a:solidFill>
                  <a:srgbClr val="000000"/>
                </a:solidFill>
                <a:latin typeface="Times New Roman"/>
                <a:ea typeface="Times New Roman"/>
                <a:cs typeface="Times New Roman"/>
                <a:sym typeface="Times New Roman"/>
              </a:rPr>
              <a:t>LogRocket</a:t>
            </a:r>
            <a:r>
              <a:rPr lang="en-US" sz="1800" b="0" i="0" u="none" strike="noStrike" cap="none" dirty="0">
                <a:solidFill>
                  <a:srgbClr val="000000"/>
                </a:solidFill>
                <a:latin typeface="Times New Roman"/>
                <a:ea typeface="Times New Roman"/>
                <a:cs typeface="Times New Roman"/>
                <a:sym typeface="Times New Roman"/>
              </a:rPr>
              <a:t> (monitoring)</a:t>
            </a:r>
            <a:endParaRPr dirty="0"/>
          </a:p>
          <a:p>
            <a:pPr marL="0" marR="0" lvl="0" indent="0" algn="l" rtl="0">
              <a:lnSpc>
                <a:spcPct val="100000"/>
              </a:lnSpc>
              <a:spcBef>
                <a:spcPts val="0"/>
              </a:spcBef>
              <a:spcAft>
                <a:spcPts val="0"/>
              </a:spcAft>
              <a:buClr>
                <a:srgbClr val="000000"/>
              </a:buClr>
              <a:buSzPts val="1400"/>
              <a:buFont typeface="Arial"/>
              <a:buNone/>
            </a:pPr>
            <a:endParaRPr sz="1400" b="0" i="0" u="none" strike="noStrike" cap="none" dirty="0">
              <a:solidFill>
                <a:schemeClr val="dk1"/>
              </a:solidFill>
              <a:latin typeface="Arial"/>
              <a:ea typeface="Arial"/>
              <a:cs typeface="Arial"/>
              <a:sym typeface="Arial"/>
            </a:endParaRPr>
          </a:p>
          <a:p>
            <a:pPr marL="0" marR="0" lvl="0" indent="0" algn="l" rtl="0">
              <a:lnSpc>
                <a:spcPct val="100000"/>
              </a:lnSpc>
              <a:spcBef>
                <a:spcPts val="0"/>
              </a:spcBef>
              <a:spcAft>
                <a:spcPts val="0"/>
              </a:spcAft>
              <a:buNone/>
            </a:pPr>
            <a:endParaRPr sz="1400" b="0" i="0" u="none" strike="noStrike" cap="none" dirty="0">
              <a:solidFill>
                <a:srgbClr val="000000"/>
              </a:solidFill>
              <a:latin typeface="Arial"/>
              <a:ea typeface="Arial"/>
              <a:cs typeface="Arial"/>
              <a:sym typeface="Arial"/>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577">
          <a:extLst>
            <a:ext uri="{FF2B5EF4-FFF2-40B4-BE49-F238E27FC236}">
              <a16:creationId xmlns:a16="http://schemas.microsoft.com/office/drawing/2014/main" id="{0CD12BE3-44E1-D6B6-0A5F-4B1F9DE341EA}"/>
            </a:ext>
          </a:extLst>
        </p:cNvPr>
        <p:cNvGrpSpPr/>
        <p:nvPr/>
      </p:nvGrpSpPr>
      <p:grpSpPr>
        <a:xfrm>
          <a:off x="0" y="0"/>
          <a:ext cx="0" cy="0"/>
          <a:chOff x="0" y="0"/>
          <a:chExt cx="0" cy="0"/>
        </a:xfrm>
      </p:grpSpPr>
      <p:pic>
        <p:nvPicPr>
          <p:cNvPr id="578" name="Google Shape;578;p64">
            <a:extLst>
              <a:ext uri="{FF2B5EF4-FFF2-40B4-BE49-F238E27FC236}">
                <a16:creationId xmlns:a16="http://schemas.microsoft.com/office/drawing/2014/main" id="{9F418B6C-0EA0-9F5A-71DE-2CE4F018ED83}"/>
              </a:ext>
            </a:extLst>
          </p:cNvPr>
          <p:cNvPicPr preferRelativeResize="0"/>
          <p:nvPr/>
        </p:nvPicPr>
        <p:blipFill rotWithShape="1">
          <a:blip r:embed="rId3">
            <a:alphaModFix/>
          </a:blip>
          <a:srcRect l="9138" t="17177" r="11995" b="4953"/>
          <a:stretch/>
        </p:blipFill>
        <p:spPr>
          <a:xfrm>
            <a:off x="11107344" y="203981"/>
            <a:ext cx="807993" cy="780757"/>
          </a:xfrm>
          <a:prstGeom prst="ellipse">
            <a:avLst/>
          </a:prstGeom>
          <a:noFill/>
          <a:ln>
            <a:noFill/>
          </a:ln>
        </p:spPr>
      </p:pic>
      <p:sp>
        <p:nvSpPr>
          <p:cNvPr id="579" name="Google Shape;579;p64">
            <a:extLst>
              <a:ext uri="{FF2B5EF4-FFF2-40B4-BE49-F238E27FC236}">
                <a16:creationId xmlns:a16="http://schemas.microsoft.com/office/drawing/2014/main" id="{C61C08B8-013B-70D6-A23E-926892E3C43E}"/>
              </a:ext>
            </a:extLst>
          </p:cNvPr>
          <p:cNvSpPr txBox="1">
            <a:spLocks noGrp="1"/>
          </p:cNvSpPr>
          <p:nvPr>
            <p:ph type="ftr" idx="11"/>
          </p:nvPr>
        </p:nvSpPr>
        <p:spPr>
          <a:xfrm>
            <a:off x="9580855" y="6471456"/>
            <a:ext cx="7619999" cy="365125"/>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SzPts val="1400"/>
              <a:buNone/>
            </a:pPr>
            <a:r>
              <a:rPr lang="en-US"/>
              <a:t>Riphah School of Conputing &amp; Innovation</a:t>
            </a:r>
            <a:endParaRPr/>
          </a:p>
        </p:txBody>
      </p:sp>
      <p:sp>
        <p:nvSpPr>
          <p:cNvPr id="580" name="Google Shape;580;p64">
            <a:extLst>
              <a:ext uri="{FF2B5EF4-FFF2-40B4-BE49-F238E27FC236}">
                <a16:creationId xmlns:a16="http://schemas.microsoft.com/office/drawing/2014/main" id="{57236AA4-47CE-970D-AE2F-67C417CECDB3}"/>
              </a:ext>
            </a:extLst>
          </p:cNvPr>
          <p:cNvSpPr txBox="1"/>
          <p:nvPr/>
        </p:nvSpPr>
        <p:spPr>
          <a:xfrm>
            <a:off x="4401744" y="1040593"/>
            <a:ext cx="6705600" cy="646290"/>
          </a:xfrm>
          <a:prstGeom prst="rect">
            <a:avLst/>
          </a:prstGeom>
          <a:noFill/>
          <a:ln>
            <a:noFill/>
          </a:ln>
        </p:spPr>
        <p:txBody>
          <a:bodyPr spcFirstLastPara="1" wrap="square" lIns="91425" tIns="45700" rIns="91425" bIns="45700" anchor="t" anchorCtr="0">
            <a:spAutoFit/>
          </a:bodyPr>
          <a:lstStyle/>
          <a:p>
            <a:pPr lvl="0">
              <a:buSzPts val="3600"/>
            </a:pPr>
            <a:r>
              <a:rPr lang="en-US" sz="3600" b="1" dirty="0">
                <a:solidFill>
                  <a:schemeClr val="dk2"/>
                </a:solidFill>
                <a:latin typeface="Times New Roman"/>
                <a:ea typeface="Times New Roman"/>
                <a:cs typeface="Times New Roman"/>
                <a:sym typeface="Times New Roman"/>
              </a:rPr>
              <a:t>UI/UX DEMO</a:t>
            </a:r>
            <a:endParaRPr sz="3600" b="0" i="0" u="none" strike="noStrike" cap="none" dirty="0">
              <a:solidFill>
                <a:srgbClr val="000000"/>
              </a:solidFill>
              <a:latin typeface="Arial"/>
              <a:ea typeface="Arial"/>
              <a:cs typeface="Arial"/>
              <a:sym typeface="Arial"/>
            </a:endParaRPr>
          </a:p>
        </p:txBody>
      </p:sp>
      <p:sp>
        <p:nvSpPr>
          <p:cNvPr id="581" name="Google Shape;581;p64">
            <a:extLst>
              <a:ext uri="{FF2B5EF4-FFF2-40B4-BE49-F238E27FC236}">
                <a16:creationId xmlns:a16="http://schemas.microsoft.com/office/drawing/2014/main" id="{CBAAAE79-8730-04DF-BEB5-9473098C4AB3}"/>
              </a:ext>
            </a:extLst>
          </p:cNvPr>
          <p:cNvSpPr txBox="1"/>
          <p:nvPr/>
        </p:nvSpPr>
        <p:spPr>
          <a:xfrm>
            <a:off x="1312433" y="1742739"/>
            <a:ext cx="9907793" cy="52318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dirty="0">
              <a:solidFill>
                <a:schemeClr val="dk1"/>
              </a:solidFill>
              <a:latin typeface="Arial"/>
              <a:ea typeface="Arial"/>
              <a:cs typeface="Arial"/>
              <a:sym typeface="Arial"/>
            </a:endParaRPr>
          </a:p>
          <a:p>
            <a:pPr marL="0" marR="0" lvl="0" indent="0" algn="l" rtl="0">
              <a:lnSpc>
                <a:spcPct val="100000"/>
              </a:lnSpc>
              <a:spcBef>
                <a:spcPts val="0"/>
              </a:spcBef>
              <a:spcAft>
                <a:spcPts val="0"/>
              </a:spcAft>
              <a:buNone/>
            </a:pPr>
            <a:endParaRPr sz="1400" b="0" i="0" u="none" strike="noStrike" cap="none" dirty="0">
              <a:solidFill>
                <a:srgbClr val="000000"/>
              </a:solidFill>
              <a:latin typeface="Arial"/>
              <a:ea typeface="Arial"/>
              <a:cs typeface="Arial"/>
              <a:sym typeface="Arial"/>
            </a:endParaRPr>
          </a:p>
        </p:txBody>
      </p:sp>
      <p:pic>
        <p:nvPicPr>
          <p:cNvPr id="3" name="Picture 2">
            <a:extLst>
              <a:ext uri="{FF2B5EF4-FFF2-40B4-BE49-F238E27FC236}">
                <a16:creationId xmlns:a16="http://schemas.microsoft.com/office/drawing/2014/main" id="{CEA5FDD0-5FAC-B181-CB7B-CE6B1D43821C}"/>
              </a:ext>
            </a:extLst>
          </p:cNvPr>
          <p:cNvPicPr>
            <a:picLocks noChangeAspect="1"/>
          </p:cNvPicPr>
          <p:nvPr/>
        </p:nvPicPr>
        <p:blipFill>
          <a:blip r:embed="rId4"/>
          <a:stretch>
            <a:fillRect/>
          </a:stretch>
        </p:blipFill>
        <p:spPr>
          <a:xfrm>
            <a:off x="2209800" y="2004329"/>
            <a:ext cx="7772400" cy="4255746"/>
          </a:xfrm>
          <a:prstGeom prst="rect">
            <a:avLst/>
          </a:prstGeom>
        </p:spPr>
      </p:pic>
    </p:spTree>
    <p:extLst>
      <p:ext uri="{BB962C8B-B14F-4D97-AF65-F5344CB8AC3E}">
        <p14:creationId xmlns:p14="http://schemas.microsoft.com/office/powerpoint/2010/main" val="1650804948"/>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585"/>
        <p:cNvGrpSpPr/>
        <p:nvPr/>
      </p:nvGrpSpPr>
      <p:grpSpPr>
        <a:xfrm>
          <a:off x="0" y="0"/>
          <a:ext cx="0" cy="0"/>
          <a:chOff x="0" y="0"/>
          <a:chExt cx="0" cy="0"/>
        </a:xfrm>
      </p:grpSpPr>
      <p:sp>
        <p:nvSpPr>
          <p:cNvPr id="586" name="Google Shape;586;p65"/>
          <p:cNvSpPr txBox="1">
            <a:spLocks noGrp="1"/>
          </p:cNvSpPr>
          <p:nvPr>
            <p:ph type="title"/>
          </p:nvPr>
        </p:nvSpPr>
        <p:spPr>
          <a:xfrm>
            <a:off x="2142759" y="2788555"/>
            <a:ext cx="8911687" cy="1280890"/>
          </a:xfrm>
          <a:prstGeom prst="rect">
            <a:avLst/>
          </a:prstGeom>
          <a:noFill/>
          <a:ln>
            <a:noFill/>
          </a:ln>
        </p:spPr>
        <p:txBody>
          <a:bodyPr spcFirstLastPara="1" wrap="square" lIns="91425" tIns="45700" rIns="91425" bIns="45700" anchor="t" anchorCtr="0">
            <a:normAutofit/>
          </a:bodyPr>
          <a:lstStyle/>
          <a:p>
            <a:pPr marL="0" lvl="0" indent="0" algn="ctr" rtl="0">
              <a:lnSpc>
                <a:spcPct val="100000"/>
              </a:lnSpc>
              <a:spcBef>
                <a:spcPts val="0"/>
              </a:spcBef>
              <a:spcAft>
                <a:spcPts val="0"/>
              </a:spcAft>
              <a:buClr>
                <a:schemeClr val="dk2"/>
              </a:buClr>
              <a:buSzPts val="4800"/>
              <a:buFont typeface="Times New Roman"/>
              <a:buNone/>
            </a:pPr>
            <a:r>
              <a:rPr lang="en-US" sz="4800">
                <a:solidFill>
                  <a:schemeClr val="dk2"/>
                </a:solidFill>
                <a:latin typeface="Times New Roman"/>
                <a:ea typeface="Times New Roman"/>
                <a:cs typeface="Times New Roman"/>
                <a:sym typeface="Times New Roman"/>
              </a:rPr>
              <a:t>THANK YOU</a:t>
            </a:r>
            <a:endParaRPr/>
          </a:p>
        </p:txBody>
      </p:sp>
      <p:pic>
        <p:nvPicPr>
          <p:cNvPr id="587" name="Google Shape;587;p65"/>
          <p:cNvPicPr preferRelativeResize="0"/>
          <p:nvPr/>
        </p:nvPicPr>
        <p:blipFill rotWithShape="1">
          <a:blip r:embed="rId3">
            <a:alphaModFix/>
          </a:blip>
          <a:srcRect l="9138" t="17177" r="11995" b="4953"/>
          <a:stretch/>
        </p:blipFill>
        <p:spPr>
          <a:xfrm>
            <a:off x="11107344" y="203981"/>
            <a:ext cx="807993" cy="780757"/>
          </a:xfrm>
          <a:prstGeom prst="ellipse">
            <a:avLst/>
          </a:prstGeom>
          <a:noFill/>
          <a:ln>
            <a:noFill/>
          </a:ln>
        </p:spPr>
      </p:pic>
      <p:sp>
        <p:nvSpPr>
          <p:cNvPr id="588" name="Google Shape;588;p65"/>
          <p:cNvSpPr txBox="1">
            <a:spLocks noGrp="1"/>
          </p:cNvSpPr>
          <p:nvPr>
            <p:ph type="ftr" idx="11"/>
          </p:nvPr>
        </p:nvSpPr>
        <p:spPr>
          <a:xfrm>
            <a:off x="9608991" y="6492875"/>
            <a:ext cx="7619999" cy="365125"/>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SzPts val="1400"/>
              <a:buNone/>
            </a:pPr>
            <a:r>
              <a:rPr lang="en-US"/>
              <a:t>Riphah School of Conputing &amp; Innovation</a:t>
            </a:r>
            <a:endParaRPr/>
          </a:p>
        </p:txBody>
      </p:sp>
    </p:spTree>
  </p:cSld>
  <p:clrMapOvr>
    <a:masterClrMapping/>
  </p:clrMapOvr>
</p:sld>
</file>

<file path=ppt/theme/theme1.xml><?xml version="1.0" encoding="utf-8"?>
<a:theme xmlns:a="http://schemas.openxmlformats.org/drawingml/2006/main" name="Wisp">
  <a:themeElements>
    <a:clrScheme name="Wisp">
      <a:dk1>
        <a:srgbClr val="000000"/>
      </a:dk1>
      <a:lt1>
        <a:srgbClr val="FFFFFF"/>
      </a:lt1>
      <a:dk2>
        <a:srgbClr val="2E5369"/>
      </a:dk2>
      <a:lt2>
        <a:srgbClr val="CFE2E7"/>
      </a:lt2>
      <a:accent1>
        <a:srgbClr val="353535"/>
      </a:accent1>
      <a:accent2>
        <a:srgbClr val="31B4E6"/>
      </a:accent2>
      <a:accent3>
        <a:srgbClr val="265991"/>
      </a:accent3>
      <a:accent4>
        <a:srgbClr val="7E40CC"/>
      </a:accent4>
      <a:accent5>
        <a:srgbClr val="B927E9"/>
      </a:accent5>
      <a:accent6>
        <a:srgbClr val="E833BF"/>
      </a:accent6>
      <a:hlink>
        <a:srgbClr val="2DA0F1"/>
      </a:hlink>
      <a:folHlink>
        <a:srgbClr val="7ED1E6"/>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Wisp">
  <a:themeElements>
    <a:clrScheme name="Wisp">
      <a:dk1>
        <a:srgbClr val="000000"/>
      </a:dk1>
      <a:lt1>
        <a:srgbClr val="FFFFFF"/>
      </a:lt1>
      <a:dk2>
        <a:srgbClr val="2E5369"/>
      </a:dk2>
      <a:lt2>
        <a:srgbClr val="CFE2E7"/>
      </a:lt2>
      <a:accent1>
        <a:srgbClr val="353535"/>
      </a:accent1>
      <a:accent2>
        <a:srgbClr val="31B4E6"/>
      </a:accent2>
      <a:accent3>
        <a:srgbClr val="265991"/>
      </a:accent3>
      <a:accent4>
        <a:srgbClr val="7E40CC"/>
      </a:accent4>
      <a:accent5>
        <a:srgbClr val="B927E9"/>
      </a:accent5>
      <a:accent6>
        <a:srgbClr val="E833BF"/>
      </a:accent6>
      <a:hlink>
        <a:srgbClr val="2DA0F1"/>
      </a:hlink>
      <a:folHlink>
        <a:srgbClr val="7ED1E6"/>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761</TotalTime>
  <Words>2057</Words>
  <Application>Microsoft Macintosh PowerPoint</Application>
  <PresentationFormat>Widescreen</PresentationFormat>
  <Paragraphs>284</Paragraphs>
  <Slides>32</Slides>
  <Notes>32</Notes>
  <HiddenSlides>0</HiddenSlides>
  <MMClips>0</MMClips>
  <ScaleCrop>false</ScaleCrop>
  <HeadingPairs>
    <vt:vector size="6" baseType="variant">
      <vt:variant>
        <vt:lpstr>Fonts Used</vt:lpstr>
      </vt:variant>
      <vt:variant>
        <vt:i4>7</vt:i4>
      </vt:variant>
      <vt:variant>
        <vt:lpstr>Theme</vt:lpstr>
      </vt:variant>
      <vt:variant>
        <vt:i4>2</vt:i4>
      </vt:variant>
      <vt:variant>
        <vt:lpstr>Slide Titles</vt:lpstr>
      </vt:variant>
      <vt:variant>
        <vt:i4>32</vt:i4>
      </vt:variant>
    </vt:vector>
  </HeadingPairs>
  <TitlesOfParts>
    <vt:vector size="41" baseType="lpstr">
      <vt:lpstr>Wingdings</vt:lpstr>
      <vt:lpstr>Courier New</vt:lpstr>
      <vt:lpstr>Arial</vt:lpstr>
      <vt:lpstr>Times New Roman</vt:lpstr>
      <vt:lpstr>Century Gothic</vt:lpstr>
      <vt:lpstr>Noto Sans Symbols</vt:lpstr>
      <vt:lpstr>Calibri</vt:lpstr>
      <vt:lpstr>Wisp</vt:lpstr>
      <vt:lpstr>Wisp</vt:lpstr>
      <vt:lpstr>Project Proposal Project Title: FLUENTRA</vt:lpstr>
      <vt:lpstr>PROJECT TEAM</vt:lpstr>
      <vt:lpstr>AGENDA</vt:lpstr>
      <vt:lpstr>Introduction</vt:lpstr>
      <vt:lpstr>Problem Statement</vt:lpstr>
      <vt:lpstr>Proposed Solution</vt:lpstr>
      <vt:lpstr>Features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System Architectural Design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Aleeza Nadeem</cp:lastModifiedBy>
  <cp:revision>4</cp:revision>
  <dcterms:modified xsi:type="dcterms:W3CDTF">2026-10-04T10:19:02Z</dcterms:modified>
</cp:coreProperties>
</file>